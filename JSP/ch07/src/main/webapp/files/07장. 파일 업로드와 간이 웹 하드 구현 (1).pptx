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0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changesInfos/changesInfo1.xml" ContentType="application/vnd.ms-powerpoint.changesinfo+xml"/>
  <Override PartName="/ppt/revisionInfo.xml" ContentType="application/vnd.ms-powerpoint.revisioninfo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howSpecialPlsOnTitleSld="0" saveSubsetFonts="1">
  <p:sldMasterIdLst>
    <p:sldMasterId id="2147483924" r:id="rId1"/>
  </p:sldMasterIdLst>
  <p:notesMasterIdLst>
    <p:notesMasterId r:id="rId32"/>
  </p:notesMasterIdLst>
  <p:sldIdLst>
    <p:sldId id="256" r:id="rId2"/>
    <p:sldId id="330" r:id="rId3"/>
    <p:sldId id="420" r:id="rId4"/>
    <p:sldId id="452" r:id="rId5"/>
    <p:sldId id="467" r:id="rId6"/>
    <p:sldId id="454" r:id="rId7"/>
    <p:sldId id="453" r:id="rId8"/>
    <p:sldId id="438" r:id="rId9"/>
    <p:sldId id="455" r:id="rId10"/>
    <p:sldId id="473" r:id="rId11"/>
    <p:sldId id="474" r:id="rId12"/>
    <p:sldId id="475" r:id="rId13"/>
    <p:sldId id="476" r:id="rId14"/>
    <p:sldId id="478" r:id="rId15"/>
    <p:sldId id="477" r:id="rId16"/>
    <p:sldId id="479" r:id="rId17"/>
    <p:sldId id="439" r:id="rId18"/>
    <p:sldId id="466" r:id="rId19"/>
    <p:sldId id="457" r:id="rId20"/>
    <p:sldId id="458" r:id="rId21"/>
    <p:sldId id="459" r:id="rId22"/>
    <p:sldId id="460" r:id="rId23"/>
    <p:sldId id="480" r:id="rId24"/>
    <p:sldId id="481" r:id="rId25"/>
    <p:sldId id="482" r:id="rId26"/>
    <p:sldId id="483" r:id="rId27"/>
    <p:sldId id="463" r:id="rId28"/>
    <p:sldId id="464" r:id="rId29"/>
    <p:sldId id="465" r:id="rId30"/>
    <p:sldId id="321" r:id="rId31"/>
  </p:sldIdLst>
  <p:sldSz cx="9144000" cy="6858000" type="screen4x3"/>
  <p:notesSz cx="6858000" cy="9144000"/>
  <p:defaultTextStyle>
    <a:defPPr>
      <a:defRPr lang="ko-KR"/>
    </a:defPPr>
    <a:lvl1pPr marL="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clrMru>
    <a:srgbClr val="ABE9FF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revisionInfo.xml><?xml version="1.0" encoding="utf-8"?>
<p1510:revInfo xmlns:a="http://schemas.openxmlformats.org/drawingml/2006/main" xmlns:r="http://schemas.openxmlformats.org/officeDocument/2006/relationships" xmlns:p1510="http://schemas.microsoft.com/office/powerpoint/2015/10/main">
  <p1510:revLst>
    <p1510:client id="{A1B1367C-6EF9-4CA4-926F-1486EA8900A2}" v="14" dt="2025-09-18T05:09:42.412"/>
  </p1510:revLst>
</p1510:revInfo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20090" autoAdjust="0"/>
    <p:restoredTop sz="94660"/>
  </p:normalViewPr>
  <p:slideViewPr>
    <p:cSldViewPr>
      <p:cViewPr varScale="1">
        <p:scale>
          <a:sx n="91" d="100"/>
          <a:sy n="91" d="100"/>
        </p:scale>
        <p:origin x="270" y="72"/>
      </p:cViewPr>
      <p:guideLst>
        <p:guide orient="horz" pos="2160"/>
        <p:guide pos="2880"/>
      </p:guideLst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slide" Target="slides/slide25.xml"/><Relationship Id="rId21" Type="http://schemas.openxmlformats.org/officeDocument/2006/relationships/slide" Target="slides/slide20.xml"/><Relationship Id="rId34" Type="http://schemas.openxmlformats.org/officeDocument/2006/relationships/viewProps" Target="viewProps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slide" Target="slides/slide24.xml"/><Relationship Id="rId33" Type="http://schemas.openxmlformats.org/officeDocument/2006/relationships/presProps" Target="presProps.xml"/><Relationship Id="rId38" Type="http://schemas.microsoft.com/office/2015/10/relationships/revisionInfo" Target="revisionInfo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slide" Target="slides/slide19.xml"/><Relationship Id="rId29" Type="http://schemas.openxmlformats.org/officeDocument/2006/relationships/slide" Target="slides/slide28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slide" Target="slides/slide23.xml"/><Relationship Id="rId32" Type="http://schemas.openxmlformats.org/officeDocument/2006/relationships/notesMaster" Target="notesMasters/notesMaster1.xml"/><Relationship Id="rId37" Type="http://schemas.microsoft.com/office/2016/11/relationships/changesInfo" Target="changesInfos/changesInfo1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28" Type="http://schemas.openxmlformats.org/officeDocument/2006/relationships/slide" Target="slides/slide27.xml"/><Relationship Id="rId36" Type="http://schemas.openxmlformats.org/officeDocument/2006/relationships/tableStyles" Target="tableStyles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31" Type="http://schemas.openxmlformats.org/officeDocument/2006/relationships/slide" Target="slides/slide30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slide" Target="slides/slide26.xml"/><Relationship Id="rId30" Type="http://schemas.openxmlformats.org/officeDocument/2006/relationships/slide" Target="slides/slide29.xml"/><Relationship Id="rId35" Type="http://schemas.openxmlformats.org/officeDocument/2006/relationships/theme" Target="theme/theme1.xml"/><Relationship Id="rId8" Type="http://schemas.openxmlformats.org/officeDocument/2006/relationships/slide" Target="slides/slide7.xml"/><Relationship Id="rId3" Type="http://schemas.openxmlformats.org/officeDocument/2006/relationships/slide" Target="slides/slide2.xml"/></Relationships>
</file>

<file path=ppt/changesInfos/changesInfo1.xml><?xml version="1.0" encoding="utf-8"?>
<pc:chgInfo xmlns:a="http://schemas.openxmlformats.org/drawingml/2006/main" xmlns:r="http://schemas.openxmlformats.org/officeDocument/2006/relationships" xmlns:ac="http://schemas.microsoft.com/office/drawing/2013/main/command" xmlns:pc="http://schemas.microsoft.com/office/powerpoint/2013/main/command">
  <pc:docChgLst>
    <pc:chgData name="이성욱" userId="5f2abdfd-767f-4a6d-bbd8-aee4cbf187ca" providerId="ADAL" clId="{6C33D3B4-438C-447E-A6C1-5624C694B9A2}"/>
    <pc:docChg chg="modSld">
      <pc:chgData name="이성욱" userId="5f2abdfd-767f-4a6d-bbd8-aee4cbf187ca" providerId="ADAL" clId="{6C33D3B4-438C-447E-A6C1-5624C694B9A2}" dt="2024-09-23T08:48:56.798" v="0"/>
      <pc:docMkLst>
        <pc:docMk/>
      </pc:docMkLst>
      <pc:sldChg chg="modSp mod">
        <pc:chgData name="이성욱" userId="5f2abdfd-767f-4a6d-bbd8-aee4cbf187ca" providerId="ADAL" clId="{6C33D3B4-438C-447E-A6C1-5624C694B9A2}" dt="2024-09-23T08:48:56.798" v="0"/>
        <pc:sldMkLst>
          <pc:docMk/>
          <pc:sldMk cId="1538271703" sldId="256"/>
        </pc:sldMkLst>
      </pc:sldChg>
    </pc:docChg>
  </pc:docChgLst>
  <pc:docChgLst>
    <pc:chgData name="suleeip@sg.shingu.ac.kr" userId="5f2abdfd-767f-4a6d-bbd8-aee4cbf187ca" providerId="ADAL" clId="{407FB4DC-257E-476D-895B-BF923C14D576}"/>
    <pc:docChg chg="undo custSel addSld modSld sldOrd">
      <pc:chgData name="suleeip@sg.shingu.ac.kr" userId="5f2abdfd-767f-4a6d-bbd8-aee4cbf187ca" providerId="ADAL" clId="{407FB4DC-257E-476D-895B-BF923C14D576}" dt="2022-04-08T01:56:57.722" v="65" actId="27636"/>
      <pc:docMkLst>
        <pc:docMk/>
      </pc:docMkLst>
      <pc:sldChg chg="addSp delSp modSp mod">
        <pc:chgData name="suleeip@sg.shingu.ac.kr" userId="5f2abdfd-767f-4a6d-bbd8-aee4cbf187ca" providerId="ADAL" clId="{407FB4DC-257E-476D-895B-BF923C14D576}" dt="2022-04-04T23:05:42.138" v="23" actId="6549"/>
        <pc:sldMkLst>
          <pc:docMk/>
          <pc:sldMk cId="2520551426" sldId="453"/>
        </pc:sldMkLst>
      </pc:sldChg>
      <pc:sldChg chg="addSp modSp add mod ord chgLayout">
        <pc:chgData name="suleeip@sg.shingu.ac.kr" userId="5f2abdfd-767f-4a6d-bbd8-aee4cbf187ca" providerId="ADAL" clId="{407FB4DC-257E-476D-895B-BF923C14D576}" dt="2022-04-08T01:56:57.722" v="65" actId="27636"/>
        <pc:sldMkLst>
          <pc:docMk/>
          <pc:sldMk cId="732707007" sldId="466"/>
        </pc:sldMkLst>
      </pc:sldChg>
    </pc:docChg>
  </pc:docChgLst>
  <pc:docChgLst>
    <pc:chgData name="이성욱" userId="5f2abdfd-767f-4a6d-bbd8-aee4cbf187ca" providerId="ADAL" clId="{ABA4E3D3-8BF0-47DE-A8A9-BCE4D87D721E}"/>
    <pc:docChg chg="modSld">
      <pc:chgData name="이성욱" userId="5f2abdfd-767f-4a6d-bbd8-aee4cbf187ca" providerId="ADAL" clId="{ABA4E3D3-8BF0-47DE-A8A9-BCE4D87D721E}" dt="2025-09-18T05:09:42.412" v="22"/>
      <pc:docMkLst>
        <pc:docMk/>
      </pc:docMkLst>
      <pc:sldChg chg="addSp modSp">
        <pc:chgData name="이성욱" userId="5f2abdfd-767f-4a6d-bbd8-aee4cbf187ca" providerId="ADAL" clId="{ABA4E3D3-8BF0-47DE-A8A9-BCE4D87D721E}" dt="2025-09-18T05:09:42.412" v="22"/>
        <pc:sldMkLst>
          <pc:docMk/>
          <pc:sldMk cId="4236045171" sldId="321"/>
        </pc:sldMkLst>
        <pc:cxnChg chg="add mod">
          <ac:chgData name="이성욱" userId="5f2abdfd-767f-4a6d-bbd8-aee4cbf187ca" providerId="ADAL" clId="{ABA4E3D3-8BF0-47DE-A8A9-BCE4D87D721E}" dt="2025-09-18T05:09:42.412" v="22"/>
          <ac:cxnSpMkLst>
            <pc:docMk/>
            <pc:sldMk cId="4236045171" sldId="321"/>
            <ac:cxnSpMk id="5" creationId="{1E631FCF-6253-57B3-B3A3-E63DFC5A90A8}"/>
          </ac:cxnSpMkLst>
        </pc:cxnChg>
        <pc:cxnChg chg="add mod">
          <ac:chgData name="이성욱" userId="5f2abdfd-767f-4a6d-bbd8-aee4cbf187ca" providerId="ADAL" clId="{ABA4E3D3-8BF0-47DE-A8A9-BCE4D87D721E}" dt="2025-09-18T05:09:42.412" v="22"/>
          <ac:cxnSpMkLst>
            <pc:docMk/>
            <pc:sldMk cId="4236045171" sldId="321"/>
            <ac:cxnSpMk id="6" creationId="{3D850C33-7177-34B0-0E5D-7F9D2CDF20BD}"/>
          </ac:cxnSpMkLst>
        </pc:cxnChg>
      </pc:sldChg>
      <pc:sldChg chg="modSp mod">
        <pc:chgData name="이성욱" userId="5f2abdfd-767f-4a6d-bbd8-aee4cbf187ca" providerId="ADAL" clId="{ABA4E3D3-8BF0-47DE-A8A9-BCE4D87D721E}" dt="2025-09-18T04:43:00.660" v="1" actId="400"/>
        <pc:sldMkLst>
          <pc:docMk/>
          <pc:sldMk cId="3953184019" sldId="330"/>
        </pc:sldMkLst>
        <pc:spChg chg="mod">
          <ac:chgData name="이성욱" userId="5f2abdfd-767f-4a6d-bbd8-aee4cbf187ca" providerId="ADAL" clId="{ABA4E3D3-8BF0-47DE-A8A9-BCE4D87D721E}" dt="2025-09-18T04:43:00.660" v="1" actId="400"/>
          <ac:spMkLst>
            <pc:docMk/>
            <pc:sldMk cId="3953184019" sldId="330"/>
            <ac:spMk id="3" creationId="{00000000-0000-0000-0000-000000000000}"/>
          </ac:spMkLst>
        </pc:spChg>
      </pc:sldChg>
      <pc:sldChg chg="addSp modSp mod">
        <pc:chgData name="이성욱" userId="5f2abdfd-767f-4a6d-bbd8-aee4cbf187ca" providerId="ADAL" clId="{ABA4E3D3-8BF0-47DE-A8A9-BCE4D87D721E}" dt="2025-09-18T05:09:00.369" v="9" actId="14100"/>
        <pc:sldMkLst>
          <pc:docMk/>
          <pc:sldMk cId="152503556" sldId="439"/>
        </pc:sldMkLst>
        <pc:cxnChg chg="add mod">
          <ac:chgData name="이성욱" userId="5f2abdfd-767f-4a6d-bbd8-aee4cbf187ca" providerId="ADAL" clId="{ABA4E3D3-8BF0-47DE-A8A9-BCE4D87D721E}" dt="2025-09-18T05:08:56.924" v="8" actId="14100"/>
          <ac:cxnSpMkLst>
            <pc:docMk/>
            <pc:sldMk cId="152503556" sldId="439"/>
            <ac:cxnSpMk id="7" creationId="{B091E7CA-30E3-F7B9-A860-6843F61C2709}"/>
          </ac:cxnSpMkLst>
        </pc:cxnChg>
        <pc:cxnChg chg="add mod">
          <ac:chgData name="이성욱" userId="5f2abdfd-767f-4a6d-bbd8-aee4cbf187ca" providerId="ADAL" clId="{ABA4E3D3-8BF0-47DE-A8A9-BCE4D87D721E}" dt="2025-09-18T05:09:00.369" v="9" actId="14100"/>
          <ac:cxnSpMkLst>
            <pc:docMk/>
            <pc:sldMk cId="152503556" sldId="439"/>
            <ac:cxnSpMk id="8" creationId="{83E4B929-C130-4931-4467-77F44BF16018}"/>
          </ac:cxnSpMkLst>
        </pc:cxnChg>
      </pc:sldChg>
      <pc:sldChg chg="addSp modSp">
        <pc:chgData name="이성욱" userId="5f2abdfd-767f-4a6d-bbd8-aee4cbf187ca" providerId="ADAL" clId="{ABA4E3D3-8BF0-47DE-A8A9-BCE4D87D721E}" dt="2025-09-18T05:09:07.537" v="11"/>
        <pc:sldMkLst>
          <pc:docMk/>
          <pc:sldMk cId="236295778" sldId="457"/>
        </pc:sldMkLst>
        <pc:cxnChg chg="add mod">
          <ac:chgData name="이성욱" userId="5f2abdfd-767f-4a6d-bbd8-aee4cbf187ca" providerId="ADAL" clId="{ABA4E3D3-8BF0-47DE-A8A9-BCE4D87D721E}" dt="2025-09-18T05:09:07.537" v="11"/>
          <ac:cxnSpMkLst>
            <pc:docMk/>
            <pc:sldMk cId="236295778" sldId="457"/>
            <ac:cxnSpMk id="3" creationId="{D4C1ED76-E288-90AF-A089-51D5237BEDD8}"/>
          </ac:cxnSpMkLst>
        </pc:cxnChg>
        <pc:cxnChg chg="add mod">
          <ac:chgData name="이성욱" userId="5f2abdfd-767f-4a6d-bbd8-aee4cbf187ca" providerId="ADAL" clId="{ABA4E3D3-8BF0-47DE-A8A9-BCE4D87D721E}" dt="2025-09-18T05:09:07.537" v="11"/>
          <ac:cxnSpMkLst>
            <pc:docMk/>
            <pc:sldMk cId="236295778" sldId="457"/>
            <ac:cxnSpMk id="6" creationId="{444C4945-DE6C-1072-5AF1-35DD1B6F656C}"/>
          </ac:cxnSpMkLst>
        </pc:cxnChg>
      </pc:sldChg>
      <pc:sldChg chg="addSp modSp">
        <pc:chgData name="이성욱" userId="5f2abdfd-767f-4a6d-bbd8-aee4cbf187ca" providerId="ADAL" clId="{ABA4E3D3-8BF0-47DE-A8A9-BCE4D87D721E}" dt="2025-09-18T05:09:10.015" v="12"/>
        <pc:sldMkLst>
          <pc:docMk/>
          <pc:sldMk cId="4233625441" sldId="458"/>
        </pc:sldMkLst>
        <pc:cxnChg chg="add mod">
          <ac:chgData name="이성욱" userId="5f2abdfd-767f-4a6d-bbd8-aee4cbf187ca" providerId="ADAL" clId="{ABA4E3D3-8BF0-47DE-A8A9-BCE4D87D721E}" dt="2025-09-18T05:09:10.015" v="12"/>
          <ac:cxnSpMkLst>
            <pc:docMk/>
            <pc:sldMk cId="4233625441" sldId="458"/>
            <ac:cxnSpMk id="3" creationId="{CB3D4E31-93CE-AD1D-8153-2B148E53FCC8}"/>
          </ac:cxnSpMkLst>
        </pc:cxnChg>
        <pc:cxnChg chg="add mod">
          <ac:chgData name="이성욱" userId="5f2abdfd-767f-4a6d-bbd8-aee4cbf187ca" providerId="ADAL" clId="{ABA4E3D3-8BF0-47DE-A8A9-BCE4D87D721E}" dt="2025-09-18T05:09:10.015" v="12"/>
          <ac:cxnSpMkLst>
            <pc:docMk/>
            <pc:sldMk cId="4233625441" sldId="458"/>
            <ac:cxnSpMk id="6" creationId="{3300AA81-D878-F378-447F-476652D5920E}"/>
          </ac:cxnSpMkLst>
        </pc:cxnChg>
      </pc:sldChg>
      <pc:sldChg chg="addSp modSp">
        <pc:chgData name="이성욱" userId="5f2abdfd-767f-4a6d-bbd8-aee4cbf187ca" providerId="ADAL" clId="{ABA4E3D3-8BF0-47DE-A8A9-BCE4D87D721E}" dt="2025-09-18T05:09:11.324" v="13"/>
        <pc:sldMkLst>
          <pc:docMk/>
          <pc:sldMk cId="3420275772" sldId="459"/>
        </pc:sldMkLst>
        <pc:cxnChg chg="add mod">
          <ac:chgData name="이성욱" userId="5f2abdfd-767f-4a6d-bbd8-aee4cbf187ca" providerId="ADAL" clId="{ABA4E3D3-8BF0-47DE-A8A9-BCE4D87D721E}" dt="2025-09-18T05:09:11.324" v="13"/>
          <ac:cxnSpMkLst>
            <pc:docMk/>
            <pc:sldMk cId="3420275772" sldId="459"/>
            <ac:cxnSpMk id="3" creationId="{8034DD5F-7F74-5214-2469-FE5061794E38}"/>
          </ac:cxnSpMkLst>
        </pc:cxnChg>
        <pc:cxnChg chg="add mod">
          <ac:chgData name="이성욱" userId="5f2abdfd-767f-4a6d-bbd8-aee4cbf187ca" providerId="ADAL" clId="{ABA4E3D3-8BF0-47DE-A8A9-BCE4D87D721E}" dt="2025-09-18T05:09:11.324" v="13"/>
          <ac:cxnSpMkLst>
            <pc:docMk/>
            <pc:sldMk cId="3420275772" sldId="459"/>
            <ac:cxnSpMk id="6" creationId="{858ED42C-783E-8EAA-2822-2552FD25C104}"/>
          </ac:cxnSpMkLst>
        </pc:cxnChg>
      </pc:sldChg>
      <pc:sldChg chg="addSp modSp">
        <pc:chgData name="이성욱" userId="5f2abdfd-767f-4a6d-bbd8-aee4cbf187ca" providerId="ADAL" clId="{ABA4E3D3-8BF0-47DE-A8A9-BCE4D87D721E}" dt="2025-09-18T05:09:12.691" v="14"/>
        <pc:sldMkLst>
          <pc:docMk/>
          <pc:sldMk cId="306013575" sldId="460"/>
        </pc:sldMkLst>
        <pc:cxnChg chg="add mod">
          <ac:chgData name="이성욱" userId="5f2abdfd-767f-4a6d-bbd8-aee4cbf187ca" providerId="ADAL" clId="{ABA4E3D3-8BF0-47DE-A8A9-BCE4D87D721E}" dt="2025-09-18T05:09:12.691" v="14"/>
          <ac:cxnSpMkLst>
            <pc:docMk/>
            <pc:sldMk cId="306013575" sldId="460"/>
            <ac:cxnSpMk id="3" creationId="{8B645EB3-AA25-8164-D5C5-8ED7738B8EAD}"/>
          </ac:cxnSpMkLst>
        </pc:cxnChg>
        <pc:cxnChg chg="add mod">
          <ac:chgData name="이성욱" userId="5f2abdfd-767f-4a6d-bbd8-aee4cbf187ca" providerId="ADAL" clId="{ABA4E3D3-8BF0-47DE-A8A9-BCE4D87D721E}" dt="2025-09-18T05:09:12.691" v="14"/>
          <ac:cxnSpMkLst>
            <pc:docMk/>
            <pc:sldMk cId="306013575" sldId="460"/>
            <ac:cxnSpMk id="7" creationId="{14857A29-5635-E4F4-4872-4F2054442FF7}"/>
          </ac:cxnSpMkLst>
        </pc:cxnChg>
      </pc:sldChg>
      <pc:sldChg chg="addSp modSp">
        <pc:chgData name="이성욱" userId="5f2abdfd-767f-4a6d-bbd8-aee4cbf187ca" providerId="ADAL" clId="{ABA4E3D3-8BF0-47DE-A8A9-BCE4D87D721E}" dt="2025-09-18T05:09:23.801" v="19"/>
        <pc:sldMkLst>
          <pc:docMk/>
          <pc:sldMk cId="1416310267" sldId="463"/>
        </pc:sldMkLst>
        <pc:cxnChg chg="add mod">
          <ac:chgData name="이성욱" userId="5f2abdfd-767f-4a6d-bbd8-aee4cbf187ca" providerId="ADAL" clId="{ABA4E3D3-8BF0-47DE-A8A9-BCE4D87D721E}" dt="2025-09-18T05:09:23.801" v="19"/>
          <ac:cxnSpMkLst>
            <pc:docMk/>
            <pc:sldMk cId="1416310267" sldId="463"/>
            <ac:cxnSpMk id="3" creationId="{81DAE035-A50E-96A2-9770-9C136574368C}"/>
          </ac:cxnSpMkLst>
        </pc:cxnChg>
        <pc:cxnChg chg="add mod">
          <ac:chgData name="이성욱" userId="5f2abdfd-767f-4a6d-bbd8-aee4cbf187ca" providerId="ADAL" clId="{ABA4E3D3-8BF0-47DE-A8A9-BCE4D87D721E}" dt="2025-09-18T05:09:23.801" v="19"/>
          <ac:cxnSpMkLst>
            <pc:docMk/>
            <pc:sldMk cId="1416310267" sldId="463"/>
            <ac:cxnSpMk id="6" creationId="{0AB7B08D-C14E-5C78-8006-5B61226C9CC5}"/>
          </ac:cxnSpMkLst>
        </pc:cxnChg>
      </pc:sldChg>
      <pc:sldChg chg="addSp modSp">
        <pc:chgData name="이성욱" userId="5f2abdfd-767f-4a6d-bbd8-aee4cbf187ca" providerId="ADAL" clId="{ABA4E3D3-8BF0-47DE-A8A9-BCE4D87D721E}" dt="2025-09-18T05:09:25.468" v="20"/>
        <pc:sldMkLst>
          <pc:docMk/>
          <pc:sldMk cId="3088580201" sldId="464"/>
        </pc:sldMkLst>
        <pc:cxnChg chg="add mod">
          <ac:chgData name="이성욱" userId="5f2abdfd-767f-4a6d-bbd8-aee4cbf187ca" providerId="ADAL" clId="{ABA4E3D3-8BF0-47DE-A8A9-BCE4D87D721E}" dt="2025-09-18T05:09:25.468" v="20"/>
          <ac:cxnSpMkLst>
            <pc:docMk/>
            <pc:sldMk cId="3088580201" sldId="464"/>
            <ac:cxnSpMk id="3" creationId="{34E9624E-77FB-1289-64D0-087A4B5093B4}"/>
          </ac:cxnSpMkLst>
        </pc:cxnChg>
        <pc:cxnChg chg="add mod">
          <ac:chgData name="이성욱" userId="5f2abdfd-767f-4a6d-bbd8-aee4cbf187ca" providerId="ADAL" clId="{ABA4E3D3-8BF0-47DE-A8A9-BCE4D87D721E}" dt="2025-09-18T05:09:25.468" v="20"/>
          <ac:cxnSpMkLst>
            <pc:docMk/>
            <pc:sldMk cId="3088580201" sldId="464"/>
            <ac:cxnSpMk id="6" creationId="{3A398ACE-F04A-F070-B073-CD8F31EA14BA}"/>
          </ac:cxnSpMkLst>
        </pc:cxnChg>
      </pc:sldChg>
      <pc:sldChg chg="addSp modSp">
        <pc:chgData name="이성욱" userId="5f2abdfd-767f-4a6d-bbd8-aee4cbf187ca" providerId="ADAL" clId="{ABA4E3D3-8BF0-47DE-A8A9-BCE4D87D721E}" dt="2025-09-18T05:09:36.479" v="21"/>
        <pc:sldMkLst>
          <pc:docMk/>
          <pc:sldMk cId="539739420" sldId="465"/>
        </pc:sldMkLst>
        <pc:cxnChg chg="add mod">
          <ac:chgData name="이성욱" userId="5f2abdfd-767f-4a6d-bbd8-aee4cbf187ca" providerId="ADAL" clId="{ABA4E3D3-8BF0-47DE-A8A9-BCE4D87D721E}" dt="2025-09-18T05:09:36.479" v="21"/>
          <ac:cxnSpMkLst>
            <pc:docMk/>
            <pc:sldMk cId="539739420" sldId="465"/>
            <ac:cxnSpMk id="5" creationId="{2FAC32FA-7F18-5B98-183B-BD7A0450F3A0}"/>
          </ac:cxnSpMkLst>
        </pc:cxnChg>
        <pc:cxnChg chg="add mod">
          <ac:chgData name="이성욱" userId="5f2abdfd-767f-4a6d-bbd8-aee4cbf187ca" providerId="ADAL" clId="{ABA4E3D3-8BF0-47DE-A8A9-BCE4D87D721E}" dt="2025-09-18T05:09:36.479" v="21"/>
          <ac:cxnSpMkLst>
            <pc:docMk/>
            <pc:sldMk cId="539739420" sldId="465"/>
            <ac:cxnSpMk id="6" creationId="{8841D992-BA12-41DC-7069-B6AD46D1E8B5}"/>
          </ac:cxnSpMkLst>
        </pc:cxnChg>
      </pc:sldChg>
      <pc:sldChg chg="addSp modSp">
        <pc:chgData name="이성욱" userId="5f2abdfd-767f-4a6d-bbd8-aee4cbf187ca" providerId="ADAL" clId="{ABA4E3D3-8BF0-47DE-A8A9-BCE4D87D721E}" dt="2025-09-18T05:09:06.128" v="10"/>
        <pc:sldMkLst>
          <pc:docMk/>
          <pc:sldMk cId="732707007" sldId="466"/>
        </pc:sldMkLst>
        <pc:cxnChg chg="add mod">
          <ac:chgData name="이성욱" userId="5f2abdfd-767f-4a6d-bbd8-aee4cbf187ca" providerId="ADAL" clId="{ABA4E3D3-8BF0-47DE-A8A9-BCE4D87D721E}" dt="2025-09-18T05:09:06.128" v="10"/>
          <ac:cxnSpMkLst>
            <pc:docMk/>
            <pc:sldMk cId="732707007" sldId="466"/>
            <ac:cxnSpMk id="6" creationId="{2F2A2169-7178-3E22-14A2-ABAC6A75F9FF}"/>
          </ac:cxnSpMkLst>
        </pc:cxnChg>
        <pc:cxnChg chg="add mod">
          <ac:chgData name="이성욱" userId="5f2abdfd-767f-4a6d-bbd8-aee4cbf187ca" providerId="ADAL" clId="{ABA4E3D3-8BF0-47DE-A8A9-BCE4D87D721E}" dt="2025-09-18T05:09:06.128" v="10"/>
          <ac:cxnSpMkLst>
            <pc:docMk/>
            <pc:sldMk cId="732707007" sldId="466"/>
            <ac:cxnSpMk id="7" creationId="{04A804DB-6B75-1C8C-5372-D599E88DE4E4}"/>
          </ac:cxnSpMkLst>
        </pc:cxnChg>
      </pc:sldChg>
      <pc:sldChg chg="modSp mod">
        <pc:chgData name="이성욱" userId="5f2abdfd-767f-4a6d-bbd8-aee4cbf187ca" providerId="ADAL" clId="{ABA4E3D3-8BF0-47DE-A8A9-BCE4D87D721E}" dt="2025-09-18T04:43:39.433" v="3" actId="207"/>
        <pc:sldMkLst>
          <pc:docMk/>
          <pc:sldMk cId="1558379714" sldId="477"/>
        </pc:sldMkLst>
        <pc:spChg chg="mod">
          <ac:chgData name="이성욱" userId="5f2abdfd-767f-4a6d-bbd8-aee4cbf187ca" providerId="ADAL" clId="{ABA4E3D3-8BF0-47DE-A8A9-BCE4D87D721E}" dt="2025-09-18T04:43:39.433" v="3" actId="207"/>
          <ac:spMkLst>
            <pc:docMk/>
            <pc:sldMk cId="1558379714" sldId="477"/>
            <ac:spMk id="8" creationId="{A543F91A-4A44-48D6-91A7-2A0EAF615EDA}"/>
          </ac:spMkLst>
        </pc:spChg>
      </pc:sldChg>
      <pc:sldChg chg="addSp modSp">
        <pc:chgData name="이성욱" userId="5f2abdfd-767f-4a6d-bbd8-aee4cbf187ca" providerId="ADAL" clId="{ABA4E3D3-8BF0-47DE-A8A9-BCE4D87D721E}" dt="2025-09-18T05:09:15.076" v="15"/>
        <pc:sldMkLst>
          <pc:docMk/>
          <pc:sldMk cId="1370229184" sldId="480"/>
        </pc:sldMkLst>
        <pc:cxnChg chg="add mod">
          <ac:chgData name="이성욱" userId="5f2abdfd-767f-4a6d-bbd8-aee4cbf187ca" providerId="ADAL" clId="{ABA4E3D3-8BF0-47DE-A8A9-BCE4D87D721E}" dt="2025-09-18T05:09:15.076" v="15"/>
          <ac:cxnSpMkLst>
            <pc:docMk/>
            <pc:sldMk cId="1370229184" sldId="480"/>
            <ac:cxnSpMk id="3" creationId="{B07D301C-074C-FFBF-0C89-1B9BC0770993}"/>
          </ac:cxnSpMkLst>
        </pc:cxnChg>
        <pc:cxnChg chg="add mod">
          <ac:chgData name="이성욱" userId="5f2abdfd-767f-4a6d-bbd8-aee4cbf187ca" providerId="ADAL" clId="{ABA4E3D3-8BF0-47DE-A8A9-BCE4D87D721E}" dt="2025-09-18T05:09:15.076" v="15"/>
          <ac:cxnSpMkLst>
            <pc:docMk/>
            <pc:sldMk cId="1370229184" sldId="480"/>
            <ac:cxnSpMk id="6" creationId="{1F7A7A7D-9992-9658-95DC-C14F8EFEDBC6}"/>
          </ac:cxnSpMkLst>
        </pc:cxnChg>
      </pc:sldChg>
      <pc:sldChg chg="addSp modSp">
        <pc:chgData name="이성욱" userId="5f2abdfd-767f-4a6d-bbd8-aee4cbf187ca" providerId="ADAL" clId="{ABA4E3D3-8BF0-47DE-A8A9-BCE4D87D721E}" dt="2025-09-18T05:09:16.724" v="16"/>
        <pc:sldMkLst>
          <pc:docMk/>
          <pc:sldMk cId="2731437558" sldId="481"/>
        </pc:sldMkLst>
        <pc:cxnChg chg="add mod">
          <ac:chgData name="이성욱" userId="5f2abdfd-767f-4a6d-bbd8-aee4cbf187ca" providerId="ADAL" clId="{ABA4E3D3-8BF0-47DE-A8A9-BCE4D87D721E}" dt="2025-09-18T05:09:16.724" v="16"/>
          <ac:cxnSpMkLst>
            <pc:docMk/>
            <pc:sldMk cId="2731437558" sldId="481"/>
            <ac:cxnSpMk id="3" creationId="{1B025C94-4C0C-3F13-85C5-6ACE2E782B90}"/>
          </ac:cxnSpMkLst>
        </pc:cxnChg>
        <pc:cxnChg chg="add mod">
          <ac:chgData name="이성욱" userId="5f2abdfd-767f-4a6d-bbd8-aee4cbf187ca" providerId="ADAL" clId="{ABA4E3D3-8BF0-47DE-A8A9-BCE4D87D721E}" dt="2025-09-18T05:09:16.724" v="16"/>
          <ac:cxnSpMkLst>
            <pc:docMk/>
            <pc:sldMk cId="2731437558" sldId="481"/>
            <ac:cxnSpMk id="6" creationId="{D7D8F1F8-774C-F82F-33AD-69A04C47D736}"/>
          </ac:cxnSpMkLst>
        </pc:cxnChg>
      </pc:sldChg>
      <pc:sldChg chg="addSp modSp">
        <pc:chgData name="이성욱" userId="5f2abdfd-767f-4a6d-bbd8-aee4cbf187ca" providerId="ADAL" clId="{ABA4E3D3-8BF0-47DE-A8A9-BCE4D87D721E}" dt="2025-09-18T05:09:19.624" v="17"/>
        <pc:sldMkLst>
          <pc:docMk/>
          <pc:sldMk cId="2905900832" sldId="482"/>
        </pc:sldMkLst>
        <pc:cxnChg chg="add mod">
          <ac:chgData name="이성욱" userId="5f2abdfd-767f-4a6d-bbd8-aee4cbf187ca" providerId="ADAL" clId="{ABA4E3D3-8BF0-47DE-A8A9-BCE4D87D721E}" dt="2025-09-18T05:09:19.624" v="17"/>
          <ac:cxnSpMkLst>
            <pc:docMk/>
            <pc:sldMk cId="2905900832" sldId="482"/>
            <ac:cxnSpMk id="3" creationId="{0DB586B2-6CC9-244D-847C-21E013CF7A59}"/>
          </ac:cxnSpMkLst>
        </pc:cxnChg>
        <pc:cxnChg chg="add mod">
          <ac:chgData name="이성욱" userId="5f2abdfd-767f-4a6d-bbd8-aee4cbf187ca" providerId="ADAL" clId="{ABA4E3D3-8BF0-47DE-A8A9-BCE4D87D721E}" dt="2025-09-18T05:09:19.624" v="17"/>
          <ac:cxnSpMkLst>
            <pc:docMk/>
            <pc:sldMk cId="2905900832" sldId="482"/>
            <ac:cxnSpMk id="6" creationId="{6030F518-B267-5CE6-52AE-0ADD375E38F5}"/>
          </ac:cxnSpMkLst>
        </pc:cxnChg>
      </pc:sldChg>
      <pc:sldChg chg="addSp modSp">
        <pc:chgData name="이성욱" userId="5f2abdfd-767f-4a6d-bbd8-aee4cbf187ca" providerId="ADAL" clId="{ABA4E3D3-8BF0-47DE-A8A9-BCE4D87D721E}" dt="2025-09-18T05:09:21.313" v="18"/>
        <pc:sldMkLst>
          <pc:docMk/>
          <pc:sldMk cId="1382830219" sldId="483"/>
        </pc:sldMkLst>
        <pc:cxnChg chg="add mod">
          <ac:chgData name="이성욱" userId="5f2abdfd-767f-4a6d-bbd8-aee4cbf187ca" providerId="ADAL" clId="{ABA4E3D3-8BF0-47DE-A8A9-BCE4D87D721E}" dt="2025-09-18T05:09:21.313" v="18"/>
          <ac:cxnSpMkLst>
            <pc:docMk/>
            <pc:sldMk cId="1382830219" sldId="483"/>
            <ac:cxnSpMk id="3" creationId="{950D553B-6C83-112F-E882-40C5D98A9B21}"/>
          </ac:cxnSpMkLst>
        </pc:cxnChg>
        <pc:cxnChg chg="add mod">
          <ac:chgData name="이성욱" userId="5f2abdfd-767f-4a6d-bbd8-aee4cbf187ca" providerId="ADAL" clId="{ABA4E3D3-8BF0-47DE-A8A9-BCE4D87D721E}" dt="2025-09-18T05:09:21.313" v="18"/>
          <ac:cxnSpMkLst>
            <pc:docMk/>
            <pc:sldMk cId="1382830219" sldId="483"/>
            <ac:cxnSpMk id="6" creationId="{D883FFEE-79DF-4947-5D19-612814725D49}"/>
          </ac:cxnSpMkLst>
        </pc:cxnChg>
      </pc:sldChg>
    </pc:docChg>
  </pc:docChgLst>
  <pc:docChgLst>
    <pc:chgData name="이성욱" userId="5f2abdfd-767f-4a6d-bbd8-aee4cbf187ca" providerId="ADAL" clId="{7A2EB48F-9F93-4DE9-B338-C46449E5AB96}"/>
    <pc:docChg chg="undo custSel addSld delSld modSld sldOrd">
      <pc:chgData name="이성욱" userId="5f2abdfd-767f-4a6d-bbd8-aee4cbf187ca" providerId="ADAL" clId="{7A2EB48F-9F93-4DE9-B338-C46449E5AB96}" dt="2023-05-28T01:03:50.731" v="2279" actId="20577"/>
      <pc:docMkLst>
        <pc:docMk/>
      </pc:docMkLst>
      <pc:sldChg chg="delSp modSp mod">
        <pc:chgData name="이성욱" userId="5f2abdfd-767f-4a6d-bbd8-aee4cbf187ca" providerId="ADAL" clId="{7A2EB48F-9F93-4DE9-B338-C46449E5AB96}" dt="2023-05-28T00:53:37.015" v="1959" actId="20577"/>
        <pc:sldMkLst>
          <pc:docMk/>
          <pc:sldMk cId="4236045171" sldId="321"/>
        </pc:sldMkLst>
      </pc:sldChg>
      <pc:sldChg chg="addSp delSp modSp mod">
        <pc:chgData name="이성욱" userId="5f2abdfd-767f-4a6d-bbd8-aee4cbf187ca" providerId="ADAL" clId="{7A2EB48F-9F93-4DE9-B338-C46449E5AB96}" dt="2023-05-27T23:20:20.765" v="288" actId="14100"/>
        <pc:sldMkLst>
          <pc:docMk/>
          <pc:sldMk cId="3014532984" sldId="420"/>
        </pc:sldMkLst>
      </pc:sldChg>
      <pc:sldChg chg="delSp modSp mod">
        <pc:chgData name="이성욱" userId="5f2abdfd-767f-4a6d-bbd8-aee4cbf187ca" providerId="ADAL" clId="{7A2EB48F-9F93-4DE9-B338-C46449E5AB96}" dt="2023-05-28T00:30:27.642" v="1699" actId="20577"/>
        <pc:sldMkLst>
          <pc:docMk/>
          <pc:sldMk cId="152503556" sldId="439"/>
        </pc:sldMkLst>
      </pc:sldChg>
      <pc:sldChg chg="addSp delSp modSp mod">
        <pc:chgData name="이성욱" userId="5f2abdfd-767f-4a6d-bbd8-aee4cbf187ca" providerId="ADAL" clId="{7A2EB48F-9F93-4DE9-B338-C46449E5AB96}" dt="2023-05-27T23:23:49.879" v="541" actId="20577"/>
        <pc:sldMkLst>
          <pc:docMk/>
          <pc:sldMk cId="2093595747" sldId="452"/>
        </pc:sldMkLst>
      </pc:sldChg>
      <pc:sldChg chg="delSp modSp mod">
        <pc:chgData name="이성욱" userId="5f2abdfd-767f-4a6d-bbd8-aee4cbf187ca" providerId="ADAL" clId="{7A2EB48F-9F93-4DE9-B338-C46449E5AB96}" dt="2023-05-27T23:55:50.020" v="587" actId="21"/>
        <pc:sldMkLst>
          <pc:docMk/>
          <pc:sldMk cId="1705611043" sldId="455"/>
        </pc:sldMkLst>
      </pc:sldChg>
      <pc:sldChg chg="del">
        <pc:chgData name="이성욱" userId="5f2abdfd-767f-4a6d-bbd8-aee4cbf187ca" providerId="ADAL" clId="{7A2EB48F-9F93-4DE9-B338-C46449E5AB96}" dt="2023-05-27T23:42:09.869" v="568" actId="47"/>
        <pc:sldMkLst>
          <pc:docMk/>
          <pc:sldMk cId="3692025103" sldId="456"/>
        </pc:sldMkLst>
      </pc:sldChg>
      <pc:sldChg chg="delSp modSp mod">
        <pc:chgData name="이성욱" userId="5f2abdfd-767f-4a6d-bbd8-aee4cbf187ca" providerId="ADAL" clId="{7A2EB48F-9F93-4DE9-B338-C46449E5AB96}" dt="2023-05-28T00:37:16.253" v="1826" actId="20577"/>
        <pc:sldMkLst>
          <pc:docMk/>
          <pc:sldMk cId="236295778" sldId="457"/>
        </pc:sldMkLst>
      </pc:sldChg>
      <pc:sldChg chg="delSp mod">
        <pc:chgData name="이성욱" userId="5f2abdfd-767f-4a6d-bbd8-aee4cbf187ca" providerId="ADAL" clId="{7A2EB48F-9F93-4DE9-B338-C46449E5AB96}" dt="2023-05-28T00:36:47.986" v="1819" actId="478"/>
        <pc:sldMkLst>
          <pc:docMk/>
          <pc:sldMk cId="4233625441" sldId="458"/>
        </pc:sldMkLst>
      </pc:sldChg>
      <pc:sldChg chg="delSp mod">
        <pc:chgData name="이성욱" userId="5f2abdfd-767f-4a6d-bbd8-aee4cbf187ca" providerId="ADAL" clId="{7A2EB48F-9F93-4DE9-B338-C46449E5AB96}" dt="2023-05-28T00:37:09.586" v="1824" actId="478"/>
        <pc:sldMkLst>
          <pc:docMk/>
          <pc:sldMk cId="3420275772" sldId="459"/>
        </pc:sldMkLst>
      </pc:sldChg>
      <pc:sldChg chg="addSp delSp modSp mod chgLayout">
        <pc:chgData name="이성욱" userId="5f2abdfd-767f-4a6d-bbd8-aee4cbf187ca" providerId="ADAL" clId="{7A2EB48F-9F93-4DE9-B338-C46449E5AB96}" dt="2023-05-28T00:59:39.123" v="2220" actId="21"/>
        <pc:sldMkLst>
          <pc:docMk/>
          <pc:sldMk cId="306013575" sldId="460"/>
        </pc:sldMkLst>
      </pc:sldChg>
      <pc:sldChg chg="del">
        <pc:chgData name="이성욱" userId="5f2abdfd-767f-4a6d-bbd8-aee4cbf187ca" providerId="ADAL" clId="{7A2EB48F-9F93-4DE9-B338-C46449E5AB96}" dt="2023-05-28T00:51:09.193" v="1864" actId="47"/>
        <pc:sldMkLst>
          <pc:docMk/>
          <pc:sldMk cId="2285066005" sldId="461"/>
        </pc:sldMkLst>
      </pc:sldChg>
      <pc:sldChg chg="del">
        <pc:chgData name="이성욱" userId="5f2abdfd-767f-4a6d-bbd8-aee4cbf187ca" providerId="ADAL" clId="{7A2EB48F-9F93-4DE9-B338-C46449E5AB96}" dt="2023-05-28T00:51:11.128" v="1865" actId="47"/>
        <pc:sldMkLst>
          <pc:docMk/>
          <pc:sldMk cId="3409562283" sldId="462"/>
        </pc:sldMkLst>
      </pc:sldChg>
      <pc:sldChg chg="delSp modSp mod">
        <pc:chgData name="이성욱" userId="5f2abdfd-767f-4a6d-bbd8-aee4cbf187ca" providerId="ADAL" clId="{7A2EB48F-9F93-4DE9-B338-C46449E5AB96}" dt="2023-05-28T00:37:42.565" v="1831" actId="478"/>
        <pc:sldMkLst>
          <pc:docMk/>
          <pc:sldMk cId="1416310267" sldId="463"/>
        </pc:sldMkLst>
      </pc:sldChg>
      <pc:sldChg chg="delSp mod">
        <pc:chgData name="이성욱" userId="5f2abdfd-767f-4a6d-bbd8-aee4cbf187ca" providerId="ADAL" clId="{7A2EB48F-9F93-4DE9-B338-C46449E5AB96}" dt="2023-05-28T00:37:45.003" v="1832" actId="478"/>
        <pc:sldMkLst>
          <pc:docMk/>
          <pc:sldMk cId="3088580201" sldId="464"/>
        </pc:sldMkLst>
      </pc:sldChg>
      <pc:sldChg chg="delSp mod">
        <pc:chgData name="이성욱" userId="5f2abdfd-767f-4a6d-bbd8-aee4cbf187ca" providerId="ADAL" clId="{7A2EB48F-9F93-4DE9-B338-C46449E5AB96}" dt="2023-05-28T00:37:48.551" v="1833" actId="478"/>
        <pc:sldMkLst>
          <pc:docMk/>
          <pc:sldMk cId="539739420" sldId="465"/>
        </pc:sldMkLst>
      </pc:sldChg>
      <pc:sldChg chg="delSp modSp mod">
        <pc:chgData name="이성욱" userId="5f2abdfd-767f-4a6d-bbd8-aee4cbf187ca" providerId="ADAL" clId="{7A2EB48F-9F93-4DE9-B338-C46449E5AB96}" dt="2023-05-28T01:03:50.731" v="2279" actId="20577"/>
        <pc:sldMkLst>
          <pc:docMk/>
          <pc:sldMk cId="732707007" sldId="466"/>
        </pc:sldMkLst>
      </pc:sldChg>
      <pc:sldChg chg="del">
        <pc:chgData name="이성욱" userId="5f2abdfd-767f-4a6d-bbd8-aee4cbf187ca" providerId="ADAL" clId="{7A2EB48F-9F93-4DE9-B338-C46449E5AB96}" dt="2023-05-28T00:30:15.724" v="1694" actId="47"/>
        <pc:sldMkLst>
          <pc:docMk/>
          <pc:sldMk cId="2751812390" sldId="468"/>
        </pc:sldMkLst>
      </pc:sldChg>
      <pc:sldChg chg="del">
        <pc:chgData name="이성욱" userId="5f2abdfd-767f-4a6d-bbd8-aee4cbf187ca" providerId="ADAL" clId="{7A2EB48F-9F93-4DE9-B338-C46449E5AB96}" dt="2023-05-28T00:30:17.086" v="1695" actId="47"/>
        <pc:sldMkLst>
          <pc:docMk/>
          <pc:sldMk cId="1164135145" sldId="469"/>
        </pc:sldMkLst>
      </pc:sldChg>
      <pc:sldChg chg="del">
        <pc:chgData name="이성욱" userId="5f2abdfd-767f-4a6d-bbd8-aee4cbf187ca" providerId="ADAL" clId="{7A2EB48F-9F93-4DE9-B338-C46449E5AB96}" dt="2023-05-28T00:30:20.234" v="1696" actId="47"/>
        <pc:sldMkLst>
          <pc:docMk/>
          <pc:sldMk cId="1547459178" sldId="470"/>
        </pc:sldMkLst>
      </pc:sldChg>
      <pc:sldChg chg="modSp del mod">
        <pc:chgData name="이성욱" userId="5f2abdfd-767f-4a6d-bbd8-aee4cbf187ca" providerId="ADAL" clId="{7A2EB48F-9F93-4DE9-B338-C46449E5AB96}" dt="2023-05-27T23:42:14.372" v="569" actId="47"/>
        <pc:sldMkLst>
          <pc:docMk/>
          <pc:sldMk cId="3878877840" sldId="471"/>
        </pc:sldMkLst>
      </pc:sldChg>
      <pc:sldChg chg="addSp delSp modSp add del mod">
        <pc:chgData name="이성욱" userId="5f2abdfd-767f-4a6d-bbd8-aee4cbf187ca" providerId="ADAL" clId="{7A2EB48F-9F93-4DE9-B338-C46449E5AB96}" dt="2023-05-27T23:48:34.365" v="582" actId="47"/>
        <pc:sldMkLst>
          <pc:docMk/>
          <pc:sldMk cId="2505060738" sldId="472"/>
        </pc:sldMkLst>
      </pc:sldChg>
      <pc:sldChg chg="addSp delSp modSp add mod">
        <pc:chgData name="이성욱" userId="5f2abdfd-767f-4a6d-bbd8-aee4cbf187ca" providerId="ADAL" clId="{7A2EB48F-9F93-4DE9-B338-C46449E5AB96}" dt="2023-05-27T23:56:58.959" v="590" actId="6549"/>
        <pc:sldMkLst>
          <pc:docMk/>
          <pc:sldMk cId="3694660008" sldId="473"/>
        </pc:sldMkLst>
      </pc:sldChg>
      <pc:sldChg chg="addSp modSp new mod">
        <pc:chgData name="이성욱" userId="5f2abdfd-767f-4a6d-bbd8-aee4cbf187ca" providerId="ADAL" clId="{7A2EB48F-9F93-4DE9-B338-C46449E5AB96}" dt="2023-05-28T00:10:18.087" v="814" actId="1076"/>
        <pc:sldMkLst>
          <pc:docMk/>
          <pc:sldMk cId="908342599" sldId="474"/>
        </pc:sldMkLst>
      </pc:sldChg>
      <pc:sldChg chg="modSp new mod">
        <pc:chgData name="이성욱" userId="5f2abdfd-767f-4a6d-bbd8-aee4cbf187ca" providerId="ADAL" clId="{7A2EB48F-9F93-4DE9-B338-C46449E5AB96}" dt="2023-05-28T00:17:11.677" v="1503" actId="20577"/>
        <pc:sldMkLst>
          <pc:docMk/>
          <pc:sldMk cId="3301961420" sldId="475"/>
        </pc:sldMkLst>
      </pc:sldChg>
      <pc:sldChg chg="modSp add mod">
        <pc:chgData name="이성욱" userId="5f2abdfd-767f-4a6d-bbd8-aee4cbf187ca" providerId="ADAL" clId="{7A2EB48F-9F93-4DE9-B338-C46449E5AB96}" dt="2023-05-28T00:26:16.265" v="1655" actId="20577"/>
        <pc:sldMkLst>
          <pc:docMk/>
          <pc:sldMk cId="2398450963" sldId="476"/>
        </pc:sldMkLst>
      </pc:sldChg>
      <pc:sldChg chg="modSp add del mod">
        <pc:chgData name="이성욱" userId="5f2abdfd-767f-4a6d-bbd8-aee4cbf187ca" providerId="ADAL" clId="{7A2EB48F-9F93-4DE9-B338-C46449E5AB96}" dt="2023-05-28T00:24:38.250" v="1639" actId="47"/>
        <pc:sldMkLst>
          <pc:docMk/>
          <pc:sldMk cId="566450404" sldId="477"/>
        </pc:sldMkLst>
      </pc:sldChg>
      <pc:sldChg chg="modSp add mod">
        <pc:chgData name="이성욱" userId="5f2abdfd-767f-4a6d-bbd8-aee4cbf187ca" providerId="ADAL" clId="{7A2EB48F-9F93-4DE9-B338-C46449E5AB96}" dt="2023-05-28T00:28:30.426" v="1669" actId="207"/>
        <pc:sldMkLst>
          <pc:docMk/>
          <pc:sldMk cId="1558379714" sldId="477"/>
        </pc:sldMkLst>
      </pc:sldChg>
      <pc:sldChg chg="modSp add mod ord">
        <pc:chgData name="이성욱" userId="5f2abdfd-767f-4a6d-bbd8-aee4cbf187ca" providerId="ADAL" clId="{7A2EB48F-9F93-4DE9-B338-C46449E5AB96}" dt="2023-05-28T00:29:36.212" v="1693" actId="6549"/>
        <pc:sldMkLst>
          <pc:docMk/>
          <pc:sldMk cId="878693873" sldId="478"/>
        </pc:sldMkLst>
      </pc:sldChg>
      <pc:sldChg chg="add del">
        <pc:chgData name="이성욱" userId="5f2abdfd-767f-4a6d-bbd8-aee4cbf187ca" providerId="ADAL" clId="{7A2EB48F-9F93-4DE9-B338-C46449E5AB96}" dt="2023-05-28T00:24:40.469" v="1640" actId="47"/>
        <pc:sldMkLst>
          <pc:docMk/>
          <pc:sldMk cId="1277407911" sldId="478"/>
        </pc:sldMkLst>
      </pc:sldChg>
      <pc:sldChg chg="modSp add mod">
        <pc:chgData name="이성욱" userId="5f2abdfd-767f-4a6d-bbd8-aee4cbf187ca" providerId="ADAL" clId="{7A2EB48F-9F93-4DE9-B338-C46449E5AB96}" dt="2023-05-28T00:28:12.296" v="1668" actId="1076"/>
        <pc:sldMkLst>
          <pc:docMk/>
          <pc:sldMk cId="672175795" sldId="479"/>
        </pc:sldMkLst>
      </pc:sldChg>
      <pc:sldChg chg="modSp add mod">
        <pc:chgData name="이성욱" userId="5f2abdfd-767f-4a6d-bbd8-aee4cbf187ca" providerId="ADAL" clId="{7A2EB48F-9F93-4DE9-B338-C46449E5AB96}" dt="2023-05-28T00:59:57.972" v="2225" actId="21"/>
        <pc:sldMkLst>
          <pc:docMk/>
          <pc:sldMk cId="1370229184" sldId="480"/>
        </pc:sldMkLst>
      </pc:sldChg>
      <pc:sldChg chg="modSp add mod">
        <pc:chgData name="이성욱" userId="5f2abdfd-767f-4a6d-bbd8-aee4cbf187ca" providerId="ADAL" clId="{7A2EB48F-9F93-4DE9-B338-C46449E5AB96}" dt="2023-05-28T01:00:28.086" v="2231" actId="21"/>
        <pc:sldMkLst>
          <pc:docMk/>
          <pc:sldMk cId="2731437558" sldId="481"/>
        </pc:sldMkLst>
      </pc:sldChg>
      <pc:sldChg chg="modSp add mod">
        <pc:chgData name="이성욱" userId="5f2abdfd-767f-4a6d-bbd8-aee4cbf187ca" providerId="ADAL" clId="{7A2EB48F-9F93-4DE9-B338-C46449E5AB96}" dt="2023-05-28T01:01:10.257" v="2236" actId="21"/>
        <pc:sldMkLst>
          <pc:docMk/>
          <pc:sldMk cId="2905900832" sldId="482"/>
        </pc:sldMkLst>
      </pc:sldChg>
      <pc:sldChg chg="modSp add mod">
        <pc:chgData name="이성욱" userId="5f2abdfd-767f-4a6d-bbd8-aee4cbf187ca" providerId="ADAL" clId="{7A2EB48F-9F93-4DE9-B338-C46449E5AB96}" dt="2023-05-28T01:01:18.668" v="2240" actId="20577"/>
        <pc:sldMkLst>
          <pc:docMk/>
          <pc:sldMk cId="1382830219" sldId="483"/>
        </pc:sldMkLst>
      </pc:sldChg>
    </pc:docChg>
  </pc:docChgLst>
  <pc:docChgLst>
    <pc:chgData name="suleeip@sg.shingu.ac.kr" userId="5f2abdfd-767f-4a6d-bbd8-aee4cbf187ca" providerId="ADAL" clId="{04800FCB-8205-4F19-A1E1-F821507C1C05}"/>
    <pc:docChg chg="undo custSel addSld modSld">
      <pc:chgData name="suleeip@sg.shingu.ac.kr" userId="5f2abdfd-767f-4a6d-bbd8-aee4cbf187ca" providerId="ADAL" clId="{04800FCB-8205-4F19-A1E1-F821507C1C05}" dt="2023-03-21T07:49:45.202" v="166"/>
      <pc:docMkLst>
        <pc:docMk/>
      </pc:docMkLst>
      <pc:sldChg chg="addSp mod">
        <pc:chgData name="suleeip@sg.shingu.ac.kr" userId="5f2abdfd-767f-4a6d-bbd8-aee4cbf187ca" providerId="ADAL" clId="{04800FCB-8205-4F19-A1E1-F821507C1C05}" dt="2023-03-21T07:33:39.863" v="1" actId="11529"/>
        <pc:sldMkLst>
          <pc:docMk/>
          <pc:sldMk cId="3014532984" sldId="420"/>
        </pc:sldMkLst>
      </pc:sldChg>
      <pc:sldChg chg="modSp mod">
        <pc:chgData name="suleeip@sg.shingu.ac.kr" userId="5f2abdfd-767f-4a6d-bbd8-aee4cbf187ca" providerId="ADAL" clId="{04800FCB-8205-4F19-A1E1-F821507C1C05}" dt="2023-03-21T07:38:38.675" v="62" actId="115"/>
        <pc:sldMkLst>
          <pc:docMk/>
          <pc:sldMk cId="2093595747" sldId="452"/>
        </pc:sldMkLst>
      </pc:sldChg>
      <pc:sldChg chg="addSp mod">
        <pc:chgData name="suleeip@sg.shingu.ac.kr" userId="5f2abdfd-767f-4a6d-bbd8-aee4cbf187ca" providerId="ADAL" clId="{04800FCB-8205-4F19-A1E1-F821507C1C05}" dt="2023-03-21T07:45:30.413" v="64" actId="11529"/>
        <pc:sldMkLst>
          <pc:docMk/>
          <pc:sldMk cId="1705611043" sldId="455"/>
        </pc:sldMkLst>
      </pc:sldChg>
      <pc:sldChg chg="addSp mod">
        <pc:chgData name="suleeip@sg.shingu.ac.kr" userId="5f2abdfd-767f-4a6d-bbd8-aee4cbf187ca" providerId="ADAL" clId="{04800FCB-8205-4F19-A1E1-F821507C1C05}" dt="2023-03-21T07:45:43.224" v="66" actId="11529"/>
        <pc:sldMkLst>
          <pc:docMk/>
          <pc:sldMk cId="3692025103" sldId="456"/>
        </pc:sldMkLst>
      </pc:sldChg>
      <pc:sldChg chg="add">
        <pc:chgData name="suleeip@sg.shingu.ac.kr" userId="5f2abdfd-767f-4a6d-bbd8-aee4cbf187ca" providerId="ADAL" clId="{04800FCB-8205-4F19-A1E1-F821507C1C05}" dt="2023-03-21T07:36:56.690" v="2"/>
        <pc:sldMkLst>
          <pc:docMk/>
          <pc:sldMk cId="1575759460" sldId="467"/>
        </pc:sldMkLst>
      </pc:sldChg>
      <pc:sldChg chg="delSp modSp add mod">
        <pc:chgData name="suleeip@sg.shingu.ac.kr" userId="5f2abdfd-767f-4a6d-bbd8-aee4cbf187ca" providerId="ADAL" clId="{04800FCB-8205-4F19-A1E1-F821507C1C05}" dt="2023-03-21T07:46:29.060" v="72"/>
        <pc:sldMkLst>
          <pc:docMk/>
          <pc:sldMk cId="2751812390" sldId="468"/>
        </pc:sldMkLst>
      </pc:sldChg>
      <pc:sldChg chg="modSp add mod">
        <pc:chgData name="suleeip@sg.shingu.ac.kr" userId="5f2abdfd-767f-4a6d-bbd8-aee4cbf187ca" providerId="ADAL" clId="{04800FCB-8205-4F19-A1E1-F821507C1C05}" dt="2023-03-21T07:49:45.202" v="166"/>
        <pc:sldMkLst>
          <pc:docMk/>
          <pc:sldMk cId="1164135145" sldId="469"/>
        </pc:sldMkLst>
      </pc:sldChg>
      <pc:sldChg chg="modSp add mod">
        <pc:chgData name="suleeip@sg.shingu.ac.kr" userId="5f2abdfd-767f-4a6d-bbd8-aee4cbf187ca" providerId="ADAL" clId="{04800FCB-8205-4F19-A1E1-F821507C1C05}" dt="2023-03-21T07:49:32.536" v="165"/>
        <pc:sldMkLst>
          <pc:docMk/>
          <pc:sldMk cId="1547459178" sldId="470"/>
        </pc:sldMkLst>
      </pc:sldChg>
      <pc:sldChg chg="modSp add mod">
        <pc:chgData name="suleeip@sg.shingu.ac.kr" userId="5f2abdfd-767f-4a6d-bbd8-aee4cbf187ca" providerId="ADAL" clId="{04800FCB-8205-4F19-A1E1-F821507C1C05}" dt="2023-03-21T07:47:31.958" v="83" actId="1076"/>
        <pc:sldMkLst>
          <pc:docMk/>
          <pc:sldMk cId="1752758947" sldId="471"/>
        </pc:sldMkLst>
      </pc:sldChg>
    </pc:docChg>
  </pc:docChgLst>
  <pc:docChgLst>
    <pc:chgData name="이성욱" userId="5f2abdfd-767f-4a6d-bbd8-aee4cbf187ca" providerId="ADAL" clId="{69713C08-BABE-4765-864D-C1D2AED52000}"/>
    <pc:docChg chg="undo custSel addSld delSld modSld">
      <pc:chgData name="이성욱" userId="5f2abdfd-767f-4a6d-bbd8-aee4cbf187ca" providerId="ADAL" clId="{69713C08-BABE-4765-864D-C1D2AED52000}" dt="2023-03-22T07:34:51.161" v="146"/>
      <pc:docMkLst>
        <pc:docMk/>
      </pc:docMkLst>
      <pc:sldChg chg="addSp modSp">
        <pc:chgData name="이성욱" userId="5f2abdfd-767f-4a6d-bbd8-aee4cbf187ca" providerId="ADAL" clId="{69713C08-BABE-4765-864D-C1D2AED52000}" dt="2023-03-22T07:34:51.161" v="146"/>
        <pc:sldMkLst>
          <pc:docMk/>
          <pc:sldMk cId="4236045171" sldId="321"/>
        </pc:sldMkLst>
      </pc:sldChg>
      <pc:sldChg chg="addSp delSp modSp mod">
        <pc:chgData name="이성욱" userId="5f2abdfd-767f-4a6d-bbd8-aee4cbf187ca" providerId="ADAL" clId="{69713C08-BABE-4765-864D-C1D2AED52000}" dt="2023-03-22T07:33:59.932" v="129"/>
        <pc:sldMkLst>
          <pc:docMk/>
          <pc:sldMk cId="3014532984" sldId="420"/>
        </pc:sldMkLst>
      </pc:sldChg>
      <pc:sldChg chg="addSp delSp modSp mod">
        <pc:chgData name="이성욱" userId="5f2abdfd-767f-4a6d-bbd8-aee4cbf187ca" providerId="ADAL" clId="{69713C08-BABE-4765-864D-C1D2AED52000}" dt="2023-03-22T07:34:24.255" v="135"/>
        <pc:sldMkLst>
          <pc:docMk/>
          <pc:sldMk cId="152503556" sldId="439"/>
        </pc:sldMkLst>
      </pc:sldChg>
      <pc:sldChg chg="addSp delSp modSp mod">
        <pc:chgData name="이성욱" userId="5f2abdfd-767f-4a6d-bbd8-aee4cbf187ca" providerId="ADAL" clId="{69713C08-BABE-4765-864D-C1D2AED52000}" dt="2023-03-22T07:34:09.882" v="132"/>
        <pc:sldMkLst>
          <pc:docMk/>
          <pc:sldMk cId="1705611043" sldId="455"/>
        </pc:sldMkLst>
      </pc:sldChg>
      <pc:sldChg chg="delSp modSp mod">
        <pc:chgData name="이성욱" userId="5f2abdfd-767f-4a6d-bbd8-aee4cbf187ca" providerId="ADAL" clId="{69713C08-BABE-4765-864D-C1D2AED52000}" dt="2023-03-22T07:33:52.131" v="126" actId="478"/>
        <pc:sldMkLst>
          <pc:docMk/>
          <pc:sldMk cId="3692025103" sldId="456"/>
        </pc:sldMkLst>
      </pc:sldChg>
      <pc:sldChg chg="addSp modSp">
        <pc:chgData name="이성욱" userId="5f2abdfd-767f-4a6d-bbd8-aee4cbf187ca" providerId="ADAL" clId="{69713C08-BABE-4765-864D-C1D2AED52000}" dt="2023-03-22T07:34:27.450" v="137"/>
        <pc:sldMkLst>
          <pc:docMk/>
          <pc:sldMk cId="236295778" sldId="457"/>
        </pc:sldMkLst>
      </pc:sldChg>
      <pc:sldChg chg="addSp modSp">
        <pc:chgData name="이성욱" userId="5f2abdfd-767f-4a6d-bbd8-aee4cbf187ca" providerId="ADAL" clId="{69713C08-BABE-4765-864D-C1D2AED52000}" dt="2023-03-22T07:34:28.812" v="138"/>
        <pc:sldMkLst>
          <pc:docMk/>
          <pc:sldMk cId="4233625441" sldId="458"/>
        </pc:sldMkLst>
      </pc:sldChg>
      <pc:sldChg chg="addSp modSp">
        <pc:chgData name="이성욱" userId="5f2abdfd-767f-4a6d-bbd8-aee4cbf187ca" providerId="ADAL" clId="{69713C08-BABE-4765-864D-C1D2AED52000}" dt="2023-03-22T07:34:29.985" v="139"/>
        <pc:sldMkLst>
          <pc:docMk/>
          <pc:sldMk cId="3420275772" sldId="459"/>
        </pc:sldMkLst>
      </pc:sldChg>
      <pc:sldChg chg="addSp modSp">
        <pc:chgData name="이성욱" userId="5f2abdfd-767f-4a6d-bbd8-aee4cbf187ca" providerId="ADAL" clId="{69713C08-BABE-4765-864D-C1D2AED52000}" dt="2023-03-22T07:34:31.170" v="140"/>
        <pc:sldMkLst>
          <pc:docMk/>
          <pc:sldMk cId="306013575" sldId="460"/>
        </pc:sldMkLst>
      </pc:sldChg>
      <pc:sldChg chg="addSp modSp">
        <pc:chgData name="이성욱" userId="5f2abdfd-767f-4a6d-bbd8-aee4cbf187ca" providerId="ADAL" clId="{69713C08-BABE-4765-864D-C1D2AED52000}" dt="2023-03-22T07:34:32.334" v="141"/>
        <pc:sldMkLst>
          <pc:docMk/>
          <pc:sldMk cId="2285066005" sldId="461"/>
        </pc:sldMkLst>
      </pc:sldChg>
      <pc:sldChg chg="addSp modSp">
        <pc:chgData name="이성욱" userId="5f2abdfd-767f-4a6d-bbd8-aee4cbf187ca" providerId="ADAL" clId="{69713C08-BABE-4765-864D-C1D2AED52000}" dt="2023-03-22T07:34:33.375" v="142"/>
        <pc:sldMkLst>
          <pc:docMk/>
          <pc:sldMk cId="3409562283" sldId="462"/>
        </pc:sldMkLst>
      </pc:sldChg>
      <pc:sldChg chg="addSp modSp">
        <pc:chgData name="이성욱" userId="5f2abdfd-767f-4a6d-bbd8-aee4cbf187ca" providerId="ADAL" clId="{69713C08-BABE-4765-864D-C1D2AED52000}" dt="2023-03-22T07:34:36.978" v="143"/>
        <pc:sldMkLst>
          <pc:docMk/>
          <pc:sldMk cId="1416310267" sldId="463"/>
        </pc:sldMkLst>
      </pc:sldChg>
      <pc:sldChg chg="addSp modSp">
        <pc:chgData name="이성욱" userId="5f2abdfd-767f-4a6d-bbd8-aee4cbf187ca" providerId="ADAL" clId="{69713C08-BABE-4765-864D-C1D2AED52000}" dt="2023-03-22T07:34:44.228" v="144"/>
        <pc:sldMkLst>
          <pc:docMk/>
          <pc:sldMk cId="3088580201" sldId="464"/>
        </pc:sldMkLst>
      </pc:sldChg>
      <pc:sldChg chg="addSp modSp">
        <pc:chgData name="이성욱" userId="5f2abdfd-767f-4a6d-bbd8-aee4cbf187ca" providerId="ADAL" clId="{69713C08-BABE-4765-864D-C1D2AED52000}" dt="2023-03-22T07:34:50.007" v="145"/>
        <pc:sldMkLst>
          <pc:docMk/>
          <pc:sldMk cId="539739420" sldId="465"/>
        </pc:sldMkLst>
      </pc:sldChg>
      <pc:sldChg chg="addSp modSp">
        <pc:chgData name="이성욱" userId="5f2abdfd-767f-4a6d-bbd8-aee4cbf187ca" providerId="ADAL" clId="{69713C08-BABE-4765-864D-C1D2AED52000}" dt="2023-03-22T07:34:26.214" v="136"/>
        <pc:sldMkLst>
          <pc:docMk/>
          <pc:sldMk cId="732707007" sldId="466"/>
        </pc:sldMkLst>
      </pc:sldChg>
      <pc:sldChg chg="addSp delSp modSp mod">
        <pc:chgData name="이성욱" userId="5f2abdfd-767f-4a6d-bbd8-aee4cbf187ca" providerId="ADAL" clId="{69713C08-BABE-4765-864D-C1D2AED52000}" dt="2023-03-22T07:17:08.173" v="119" actId="14100"/>
        <pc:sldMkLst>
          <pc:docMk/>
          <pc:sldMk cId="2751812390" sldId="468"/>
        </pc:sldMkLst>
      </pc:sldChg>
      <pc:sldChg chg="addSp delSp modSp mod">
        <pc:chgData name="이성욱" userId="5f2abdfd-767f-4a6d-bbd8-aee4cbf187ca" providerId="ADAL" clId="{69713C08-BABE-4765-864D-C1D2AED52000}" dt="2023-03-22T07:01:44.062" v="11" actId="14100"/>
        <pc:sldMkLst>
          <pc:docMk/>
          <pc:sldMk cId="1164135145" sldId="469"/>
        </pc:sldMkLst>
      </pc:sldChg>
      <pc:sldChg chg="addSp delSp modSp mod">
        <pc:chgData name="이성욱" userId="5f2abdfd-767f-4a6d-bbd8-aee4cbf187ca" providerId="ADAL" clId="{69713C08-BABE-4765-864D-C1D2AED52000}" dt="2023-03-22T07:03:17.697" v="19" actId="1076"/>
        <pc:sldMkLst>
          <pc:docMk/>
          <pc:sldMk cId="1547459178" sldId="470"/>
        </pc:sldMkLst>
      </pc:sldChg>
      <pc:sldChg chg="del">
        <pc:chgData name="이성욱" userId="5f2abdfd-767f-4a6d-bbd8-aee4cbf187ca" providerId="ADAL" clId="{69713C08-BABE-4765-864D-C1D2AED52000}" dt="2023-03-22T07:04:40.438" v="20" actId="47"/>
        <pc:sldMkLst>
          <pc:docMk/>
          <pc:sldMk cId="1752758947" sldId="471"/>
        </pc:sldMkLst>
      </pc:sldChg>
      <pc:sldChg chg="modSp add mod">
        <pc:chgData name="이성욱" userId="5f2abdfd-767f-4a6d-bbd8-aee4cbf187ca" providerId="ADAL" clId="{69713C08-BABE-4765-864D-C1D2AED52000}" dt="2023-03-22T07:15:44.188" v="41" actId="6549"/>
        <pc:sldMkLst>
          <pc:docMk/>
          <pc:sldMk cId="3878877840" sldId="471"/>
        </pc:sldMkLst>
      </pc:sldChg>
    </pc:docChg>
  </pc:docChgLst>
  <pc:docChgLst>
    <pc:chgData name="이성욱" userId="5f2abdfd-767f-4a6d-bbd8-aee4cbf187ca" providerId="ADAL" clId="{77658B91-475C-4E72-81FE-333386180546}"/>
    <pc:docChg chg="modSld">
      <pc:chgData name="이성욱" userId="5f2abdfd-767f-4a6d-bbd8-aee4cbf187ca" providerId="ADAL" clId="{77658B91-475C-4E72-81FE-333386180546}" dt="2023-07-03T07:15:44.621" v="213" actId="15"/>
      <pc:docMkLst>
        <pc:docMk/>
      </pc:docMkLst>
      <pc:sldChg chg="modSp mod">
        <pc:chgData name="이성욱" userId="5f2abdfd-767f-4a6d-bbd8-aee4cbf187ca" providerId="ADAL" clId="{77658B91-475C-4E72-81FE-333386180546}" dt="2023-07-03T07:15:44.621" v="213" actId="15"/>
        <pc:sldMkLst>
          <pc:docMk/>
          <pc:sldMk cId="2093595747" sldId="452"/>
        </pc:sldMkLst>
      </pc:sldChg>
    </pc:docChg>
  </pc:docChgLst>
</pc:chgInfo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머리글 개체 틀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ko-KR" altLang="en-US"/>
          </a:p>
        </p:txBody>
      </p:sp>
      <p:sp>
        <p:nvSpPr>
          <p:cNvPr id="3" name="날짜 개체 틀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AD279FBD-3183-4611-BB3C-2548B8991953}" type="datetimeFigureOut">
              <a:rPr lang="ko-KR" altLang="en-US" smtClean="0"/>
              <a:t>2025-09-18</a:t>
            </a:fld>
            <a:endParaRPr lang="ko-KR" altLang="en-US"/>
          </a:p>
        </p:txBody>
      </p:sp>
      <p:sp>
        <p:nvSpPr>
          <p:cNvPr id="4" name="슬라이드 이미지 개체 틀 3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ko-KR" altLang="en-US"/>
          </a:p>
        </p:txBody>
      </p:sp>
      <p:sp>
        <p:nvSpPr>
          <p:cNvPr id="5" name="슬라이드 노트 개체 틀 4"/>
          <p:cNvSpPr>
            <a:spLocks noGrp="1"/>
          </p:cNvSpPr>
          <p:nvPr>
            <p:ph type="body" sz="quarter" idx="3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ko-KR" altLang="en-US"/>
              <a:t>마스터 텍스트 스타일을 편집합니다</a:t>
            </a:r>
          </a:p>
          <a:p>
            <a:pPr lvl="1"/>
            <a:r>
              <a:rPr lang="ko-KR" altLang="en-US"/>
              <a:t>둘째 수준</a:t>
            </a:r>
          </a:p>
          <a:p>
            <a:pPr lvl="2"/>
            <a:r>
              <a:rPr lang="ko-KR" altLang="en-US"/>
              <a:t>셋째 수준</a:t>
            </a:r>
          </a:p>
          <a:p>
            <a:pPr lvl="3"/>
            <a:r>
              <a:rPr lang="ko-KR" altLang="en-US"/>
              <a:t>넷째 수준</a:t>
            </a:r>
          </a:p>
          <a:p>
            <a:pPr lvl="4"/>
            <a:r>
              <a:rPr lang="ko-KR" altLang="en-US"/>
              <a:t>다섯째 수준</a:t>
            </a:r>
          </a:p>
        </p:txBody>
      </p:sp>
      <p:sp>
        <p:nvSpPr>
          <p:cNvPr id="6" name="바닥글 개체 틀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ko-KR" altLang="en-US"/>
          </a:p>
        </p:txBody>
      </p:sp>
      <p:sp>
        <p:nvSpPr>
          <p:cNvPr id="7" name="슬라이드 번호 개체 틀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FEB19F21-93F6-4805-B68F-A74160CF01A1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2485808709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제목 슬라이드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539552" y="3068960"/>
            <a:ext cx="6709792" cy="762000"/>
          </a:xfrm>
        </p:spPr>
        <p:txBody>
          <a:bodyPr lIns="0" tIns="0" rIns="0">
            <a:normAutofit/>
          </a:bodyPr>
          <a:lstStyle>
            <a:lvl1pPr marL="0" indent="0" algn="l">
              <a:buNone/>
              <a:defRPr sz="2400" baseline="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ko-KR" altLang="en-US"/>
              <a:t>마스터 부제목 스타일 편집</a:t>
            </a:r>
            <a:endParaRPr lang="en-US" dirty="0"/>
          </a:p>
        </p:txBody>
      </p:sp>
      <p:sp>
        <p:nvSpPr>
          <p:cNvPr id="13" name="직사각형 12"/>
          <p:cNvSpPr/>
          <p:nvPr userDrawn="1"/>
        </p:nvSpPr>
        <p:spPr>
          <a:xfrm>
            <a:off x="0" y="476672"/>
            <a:ext cx="9144000" cy="2304256"/>
          </a:xfrm>
          <a:prstGeom prst="rect">
            <a:avLst/>
          </a:prstGeom>
          <a:solidFill>
            <a:srgbClr val="92D050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14" name="직사각형 13"/>
          <p:cNvSpPr/>
          <p:nvPr userDrawn="1"/>
        </p:nvSpPr>
        <p:spPr>
          <a:xfrm>
            <a:off x="0" y="2750086"/>
            <a:ext cx="9144000" cy="174858"/>
          </a:xfrm>
          <a:prstGeom prst="rect">
            <a:avLst/>
          </a:prstGeom>
          <a:solidFill>
            <a:schemeClr val="bg1">
              <a:lumMod val="8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467544" y="1484784"/>
            <a:ext cx="6781800" cy="1069975"/>
          </a:xfrm>
        </p:spPr>
        <p:txBody>
          <a:bodyPr bIns="0" anchor="b" anchorCtr="0">
            <a:noAutofit/>
          </a:bodyPr>
          <a:lstStyle>
            <a:lvl1pPr>
              <a:defRPr sz="3600" baseline="0"/>
            </a:lvl1pPr>
          </a:lstStyle>
          <a:p>
            <a:r>
              <a:rPr lang="ko-KR" altLang="en-US" dirty="0"/>
              <a:t>마스터 제목 스타일 편집</a:t>
            </a:r>
            <a:endParaRPr lang="en-US" dirty="0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제목 및 내용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/>
              <a:t>마스터 제목 스타일 편집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>
            <a:lvl1pPr>
              <a:lnSpc>
                <a:spcPct val="150000"/>
              </a:lnSpc>
              <a:defRPr/>
            </a:lvl1pPr>
            <a:lvl2pPr>
              <a:lnSpc>
                <a:spcPct val="150000"/>
              </a:lnSpc>
              <a:defRPr/>
            </a:lvl2pPr>
            <a:lvl3pPr>
              <a:lnSpc>
                <a:spcPct val="150000"/>
              </a:lnSpc>
              <a:defRPr/>
            </a:lvl3pPr>
            <a:lvl4pPr>
              <a:lnSpc>
                <a:spcPct val="150000"/>
              </a:lnSpc>
              <a:defRPr/>
            </a:lvl4pPr>
            <a:lvl5pPr>
              <a:lnSpc>
                <a:spcPct val="150000"/>
              </a:lnSpc>
              <a:defRPr/>
            </a:lvl5pPr>
          </a:lstStyle>
          <a:p>
            <a:pPr lvl="0"/>
            <a:r>
              <a:rPr lang="ko-KR" altLang="en-US" dirty="0"/>
              <a:t>마스터 텍스트 스타일을 편집합니다</a:t>
            </a:r>
          </a:p>
          <a:p>
            <a:pPr lvl="1"/>
            <a:r>
              <a:rPr lang="ko-KR" altLang="en-US" dirty="0"/>
              <a:t>둘째 수준</a:t>
            </a:r>
          </a:p>
          <a:p>
            <a:pPr lvl="2"/>
            <a:r>
              <a:rPr lang="ko-KR" altLang="en-US" dirty="0"/>
              <a:t>셋째 수준</a:t>
            </a:r>
          </a:p>
          <a:p>
            <a:pPr lvl="3"/>
            <a:r>
              <a:rPr lang="ko-KR" altLang="en-US" dirty="0"/>
              <a:t>넷째 수준</a:t>
            </a:r>
          </a:p>
          <a:p>
            <a:pPr lvl="4"/>
            <a:r>
              <a:rPr lang="ko-KR" altLang="en-US" dirty="0"/>
              <a:t>다섯째 수준</a:t>
            </a:r>
            <a:endParaRPr lang="en-US" dirty="0"/>
          </a:p>
        </p:txBody>
      </p:sp>
      <p:sp>
        <p:nvSpPr>
          <p:cNvPr id="14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8763000" y="6669360"/>
            <a:ext cx="381000" cy="188640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100" baseline="0">
                <a:solidFill>
                  <a:schemeClr val="tx1"/>
                </a:solidFill>
                <a:latin typeface="+mn-ea"/>
                <a:ea typeface="+mn-ea"/>
              </a:defRPr>
            </a:lvl1pPr>
          </a:lstStyle>
          <a:p>
            <a:fld id="{5AA8C37D-6ADA-49EE-B609-6DB056DA936F}" type="slidenum">
              <a:rPr lang="ko-KR" altLang="en-US" smtClean="0"/>
              <a:pPr/>
              <a:t>‹#›</a:t>
            </a:fld>
            <a:endParaRPr lang="ko-KR" altLang="en-US" dirty="0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구역 머리글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52600" y="5245101"/>
            <a:ext cx="6934199" cy="1155700"/>
          </a:xfrm>
        </p:spPr>
        <p:txBody>
          <a:bodyPr anchor="t">
            <a:normAutofit/>
          </a:bodyPr>
          <a:lstStyle>
            <a:lvl1pPr algn="r">
              <a:defRPr sz="4200" b="0" i="0" cap="none" baseline="0"/>
            </a:lvl1pPr>
          </a:lstStyle>
          <a:p>
            <a:r>
              <a:rPr lang="ko-KR" altLang="en-US"/>
              <a:t>마스터 제목 스타일 편집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752600" y="4114800"/>
            <a:ext cx="6934199" cy="1130300"/>
          </a:xfrm>
        </p:spPr>
        <p:txBody>
          <a:bodyPr anchor="b">
            <a:normAutofit/>
          </a:bodyPr>
          <a:lstStyle>
            <a:lvl1pPr marL="0" indent="0" algn="r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ko-KR" altLang="en-US"/>
              <a:t>마스터 텍스트 스타일을 편집합니다</a:t>
            </a:r>
          </a:p>
        </p:txBody>
      </p:sp>
      <p:sp>
        <p:nvSpPr>
          <p:cNvPr id="13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8763000" y="6669360"/>
            <a:ext cx="381000" cy="188640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100" baseline="0">
                <a:solidFill>
                  <a:schemeClr val="tx1"/>
                </a:solidFill>
                <a:latin typeface="+mn-ea"/>
                <a:ea typeface="+mn-ea"/>
              </a:defRPr>
            </a:lvl1pPr>
          </a:lstStyle>
          <a:p>
            <a:fld id="{5AA8C37D-6ADA-49EE-B609-6DB056DA936F}" type="slidenum">
              <a:rPr lang="ko-KR" altLang="en-US" smtClean="0"/>
              <a:pPr/>
              <a:t>‹#›</a:t>
            </a:fld>
            <a:endParaRPr lang="ko-KR" altLang="en-US" dirty="0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콘텐츠 2개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/>
              <a:t>마스터 제목 스타일 편집</a:t>
            </a:r>
            <a:endParaRPr lang="en-US"/>
          </a:p>
        </p:txBody>
      </p:sp>
      <p:sp>
        <p:nvSpPr>
          <p:cNvPr id="14" name="Content Placeholder 13"/>
          <p:cNvSpPr>
            <a:spLocks noGrp="1"/>
          </p:cNvSpPr>
          <p:nvPr>
            <p:ph sz="quarter" idx="13"/>
          </p:nvPr>
        </p:nvSpPr>
        <p:spPr>
          <a:xfrm>
            <a:off x="457200" y="1340768"/>
            <a:ext cx="4038600" cy="5040560"/>
          </a:xfrm>
        </p:spPr>
        <p:txBody>
          <a:bodyPr/>
          <a:lstStyle/>
          <a:p>
            <a:pPr lvl="0"/>
            <a:r>
              <a:rPr lang="ko-KR" altLang="en-US" dirty="0"/>
              <a:t>마스터 텍스트 스타일을 편집합니다</a:t>
            </a:r>
          </a:p>
          <a:p>
            <a:pPr lvl="1"/>
            <a:r>
              <a:rPr lang="ko-KR" altLang="en-US" dirty="0"/>
              <a:t>둘째 수준</a:t>
            </a:r>
          </a:p>
          <a:p>
            <a:pPr lvl="2"/>
            <a:r>
              <a:rPr lang="ko-KR" altLang="en-US" dirty="0"/>
              <a:t>셋째 수준</a:t>
            </a:r>
          </a:p>
          <a:p>
            <a:pPr lvl="3"/>
            <a:r>
              <a:rPr lang="ko-KR" altLang="en-US" dirty="0"/>
              <a:t>넷째 수준</a:t>
            </a:r>
          </a:p>
          <a:p>
            <a:pPr lvl="4"/>
            <a:r>
              <a:rPr lang="ko-KR" altLang="en-US" dirty="0"/>
              <a:t>다섯째 수준</a:t>
            </a:r>
            <a:endParaRPr lang="en-US" dirty="0"/>
          </a:p>
        </p:txBody>
      </p:sp>
      <p:sp>
        <p:nvSpPr>
          <p:cNvPr id="16" name="Content Placeholder 15"/>
          <p:cNvSpPr>
            <a:spLocks noGrp="1"/>
          </p:cNvSpPr>
          <p:nvPr>
            <p:ph sz="quarter" idx="14"/>
          </p:nvPr>
        </p:nvSpPr>
        <p:spPr>
          <a:xfrm>
            <a:off x="4648200" y="1340768"/>
            <a:ext cx="4038600" cy="5040560"/>
          </a:xfrm>
        </p:spPr>
        <p:txBody>
          <a:bodyPr/>
          <a:lstStyle/>
          <a:p>
            <a:pPr lvl="0"/>
            <a:r>
              <a:rPr lang="ko-KR" altLang="en-US" dirty="0"/>
              <a:t>마스터 텍스트 스타일을 편집합니다</a:t>
            </a:r>
          </a:p>
          <a:p>
            <a:pPr lvl="1"/>
            <a:r>
              <a:rPr lang="ko-KR" altLang="en-US" dirty="0"/>
              <a:t>둘째 수준</a:t>
            </a:r>
          </a:p>
          <a:p>
            <a:pPr lvl="2"/>
            <a:r>
              <a:rPr lang="ko-KR" altLang="en-US" dirty="0"/>
              <a:t>셋째 수준</a:t>
            </a:r>
          </a:p>
          <a:p>
            <a:pPr lvl="3"/>
            <a:r>
              <a:rPr lang="ko-KR" altLang="en-US" dirty="0"/>
              <a:t>넷째 수준</a:t>
            </a:r>
          </a:p>
          <a:p>
            <a:pPr lvl="4"/>
            <a:r>
              <a:rPr lang="ko-KR" altLang="en-US" dirty="0"/>
              <a:t>다섯째 수준</a:t>
            </a:r>
            <a:endParaRPr lang="en-US" dirty="0"/>
          </a:p>
        </p:txBody>
      </p:sp>
      <p:sp>
        <p:nvSpPr>
          <p:cNvPr id="15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8763000" y="6669360"/>
            <a:ext cx="381000" cy="188640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100" baseline="0">
                <a:solidFill>
                  <a:schemeClr val="tx1"/>
                </a:solidFill>
                <a:latin typeface="+mn-ea"/>
                <a:ea typeface="+mn-ea"/>
              </a:defRPr>
            </a:lvl1pPr>
          </a:lstStyle>
          <a:p>
            <a:fld id="{5AA8C37D-6ADA-49EE-B609-6DB056DA936F}" type="slidenum">
              <a:rPr lang="ko-KR" altLang="en-US" smtClean="0"/>
              <a:pPr/>
              <a:t>‹#›</a:t>
            </a:fld>
            <a:endParaRPr lang="ko-KR" altLang="en-US" dirty="0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비교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ko-KR" altLang="en-US"/>
              <a:t>마스터 제목 스타일 편집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981200"/>
            <a:ext cx="4040188" cy="411162"/>
          </a:xfrm>
        </p:spPr>
        <p:txBody>
          <a:bodyPr lIns="0" rIns="0" anchor="b">
            <a:noAutofit/>
          </a:bodyPr>
          <a:lstStyle>
            <a:lvl1pPr marL="0" indent="0">
              <a:lnSpc>
                <a:spcPct val="100000"/>
              </a:lnSpc>
              <a:buNone/>
              <a:defRPr sz="1600" b="1" i="0" cap="all" spc="100" baseline="0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ko-KR" altLang="en-US"/>
              <a:t>마스터 텍스트 스타일을 편집합니다</a:t>
            </a:r>
          </a:p>
        </p:txBody>
      </p:sp>
      <p:sp>
        <p:nvSpPr>
          <p:cNvPr id="15" name="Text Placeholder 2"/>
          <p:cNvSpPr>
            <a:spLocks noGrp="1"/>
          </p:cNvSpPr>
          <p:nvPr>
            <p:ph type="body" idx="13"/>
          </p:nvPr>
        </p:nvSpPr>
        <p:spPr>
          <a:xfrm>
            <a:off x="4648200" y="1981200"/>
            <a:ext cx="4040188" cy="411162"/>
          </a:xfrm>
        </p:spPr>
        <p:txBody>
          <a:bodyPr lIns="0" rIns="0" anchor="b">
            <a:noAutofit/>
          </a:bodyPr>
          <a:lstStyle>
            <a:lvl1pPr marL="0" indent="0">
              <a:lnSpc>
                <a:spcPct val="100000"/>
              </a:lnSpc>
              <a:buNone/>
              <a:defRPr sz="1600" b="1" i="0" cap="all" spc="100" baseline="0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ko-KR" altLang="en-US"/>
              <a:t>마스터 텍스트 스타일을 편집합니다</a:t>
            </a:r>
          </a:p>
        </p:txBody>
      </p:sp>
      <p:sp>
        <p:nvSpPr>
          <p:cNvPr id="17" name="Content Placeholder 16"/>
          <p:cNvSpPr>
            <a:spLocks noGrp="1"/>
          </p:cNvSpPr>
          <p:nvPr>
            <p:ph sz="quarter" idx="14"/>
          </p:nvPr>
        </p:nvSpPr>
        <p:spPr>
          <a:xfrm>
            <a:off x="457200" y="2438400"/>
            <a:ext cx="4038600" cy="3657600"/>
          </a:xfrm>
        </p:spPr>
        <p:txBody>
          <a:bodyPr/>
          <a:lstStyle/>
          <a:p>
            <a:pPr lvl="0"/>
            <a:r>
              <a:rPr lang="ko-KR" altLang="en-US"/>
              <a:t>마스터 텍스트 스타일을 편집합니다</a:t>
            </a:r>
          </a:p>
          <a:p>
            <a:pPr lvl="1"/>
            <a:r>
              <a:rPr lang="ko-KR" altLang="en-US"/>
              <a:t>둘째 수준</a:t>
            </a:r>
          </a:p>
          <a:p>
            <a:pPr lvl="2"/>
            <a:r>
              <a:rPr lang="ko-KR" altLang="en-US"/>
              <a:t>셋째 수준</a:t>
            </a:r>
          </a:p>
          <a:p>
            <a:pPr lvl="3"/>
            <a:r>
              <a:rPr lang="ko-KR" altLang="en-US"/>
              <a:t>넷째 수준</a:t>
            </a:r>
          </a:p>
          <a:p>
            <a:pPr lvl="4"/>
            <a:r>
              <a:rPr lang="ko-KR" altLang="en-US"/>
              <a:t>다섯째 수준</a:t>
            </a:r>
            <a:endParaRPr lang="en-US"/>
          </a:p>
        </p:txBody>
      </p:sp>
      <p:sp>
        <p:nvSpPr>
          <p:cNvPr id="19" name="Content Placeholder 18"/>
          <p:cNvSpPr>
            <a:spLocks noGrp="1"/>
          </p:cNvSpPr>
          <p:nvPr>
            <p:ph sz="quarter" idx="15"/>
          </p:nvPr>
        </p:nvSpPr>
        <p:spPr>
          <a:xfrm>
            <a:off x="4648200" y="2438400"/>
            <a:ext cx="4038600" cy="3657600"/>
          </a:xfrm>
        </p:spPr>
        <p:txBody>
          <a:bodyPr/>
          <a:lstStyle/>
          <a:p>
            <a:pPr lvl="0"/>
            <a:r>
              <a:rPr lang="ko-KR" altLang="en-US"/>
              <a:t>마스터 텍스트 스타일을 편집합니다</a:t>
            </a:r>
          </a:p>
          <a:p>
            <a:pPr lvl="1"/>
            <a:r>
              <a:rPr lang="ko-KR" altLang="en-US"/>
              <a:t>둘째 수준</a:t>
            </a:r>
          </a:p>
          <a:p>
            <a:pPr lvl="2"/>
            <a:r>
              <a:rPr lang="ko-KR" altLang="en-US"/>
              <a:t>셋째 수준</a:t>
            </a:r>
          </a:p>
          <a:p>
            <a:pPr lvl="3"/>
            <a:r>
              <a:rPr lang="ko-KR" altLang="en-US"/>
              <a:t>넷째 수준</a:t>
            </a:r>
          </a:p>
          <a:p>
            <a:pPr lvl="4"/>
            <a:r>
              <a:rPr lang="ko-KR" altLang="en-US"/>
              <a:t>다섯째 수준</a:t>
            </a:r>
            <a:endParaRPr lang="en-US" dirty="0"/>
          </a:p>
        </p:txBody>
      </p:sp>
      <p:sp>
        <p:nvSpPr>
          <p:cNvPr id="18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8763000" y="6669360"/>
            <a:ext cx="381000" cy="188640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100" baseline="0">
                <a:solidFill>
                  <a:schemeClr val="tx1"/>
                </a:solidFill>
                <a:latin typeface="+mn-ea"/>
                <a:ea typeface="+mn-ea"/>
              </a:defRPr>
            </a:lvl1pPr>
          </a:lstStyle>
          <a:p>
            <a:fld id="{5AA8C37D-6ADA-49EE-B609-6DB056DA936F}" type="slidenum">
              <a:rPr lang="ko-KR" altLang="en-US" smtClean="0"/>
              <a:pPr/>
              <a:t>‹#›</a:t>
            </a:fld>
            <a:endParaRPr lang="ko-KR" altLang="en-US" dirty="0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제목만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/>
              <a:t>마스터 제목 스타일 편집</a:t>
            </a:r>
            <a:endParaRPr lang="en-US"/>
          </a:p>
        </p:txBody>
      </p:sp>
      <p:sp>
        <p:nvSpPr>
          <p:cNvPr id="12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8763000" y="6669360"/>
            <a:ext cx="381000" cy="188640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100" baseline="0">
                <a:solidFill>
                  <a:schemeClr val="tx1"/>
                </a:solidFill>
                <a:latin typeface="+mn-ea"/>
                <a:ea typeface="+mn-ea"/>
              </a:defRPr>
            </a:lvl1pPr>
          </a:lstStyle>
          <a:p>
            <a:fld id="{5AA8C37D-6ADA-49EE-B609-6DB056DA936F}" type="slidenum">
              <a:rPr lang="ko-KR" altLang="en-US" smtClean="0"/>
              <a:pPr/>
              <a:t>‹#›</a:t>
            </a:fld>
            <a:endParaRPr lang="ko-KR" altLang="en-US" dirty="0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빈 화면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8763000" y="6669360"/>
            <a:ext cx="381000" cy="188640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100" baseline="0">
                <a:solidFill>
                  <a:schemeClr val="tx1"/>
                </a:solidFill>
                <a:latin typeface="+mn-ea"/>
                <a:ea typeface="+mn-ea"/>
              </a:defRPr>
            </a:lvl1pPr>
          </a:lstStyle>
          <a:p>
            <a:fld id="{5AA8C37D-6ADA-49EE-B609-6DB056DA936F}" type="slidenum">
              <a:rPr lang="ko-KR" altLang="en-US" smtClean="0"/>
              <a:pPr/>
              <a:t>‹#›</a:t>
            </a:fld>
            <a:endParaRPr lang="ko-KR" altLang="en-US" dirty="0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캡션 있는 콘텐츠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" name="Text Placeholder 2"/>
          <p:cNvSpPr>
            <a:spLocks noGrp="1"/>
          </p:cNvSpPr>
          <p:nvPr>
            <p:ph type="title"/>
          </p:nvPr>
        </p:nvSpPr>
        <p:spPr>
          <a:xfrm>
            <a:off x="457200" y="1524000"/>
            <a:ext cx="3352800" cy="914400"/>
          </a:xfrm>
        </p:spPr>
        <p:txBody>
          <a:bodyPr lIns="0" rIns="0" anchor="b">
            <a:noAutofit/>
          </a:bodyPr>
          <a:lstStyle>
            <a:lvl1pPr marL="0" indent="0">
              <a:lnSpc>
                <a:spcPct val="100000"/>
              </a:lnSpc>
              <a:buNone/>
              <a:defRPr sz="1800" b="1" i="0" cap="all" spc="100" baseline="0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ko-KR" altLang="en-US"/>
              <a:t>마스터 제목 스타일 편집</a:t>
            </a:r>
            <a:endParaRPr lang="en-US"/>
          </a:p>
        </p:txBody>
      </p:sp>
      <p:sp>
        <p:nvSpPr>
          <p:cNvPr id="15" name="Content Placeholder 14"/>
          <p:cNvSpPr>
            <a:spLocks noGrp="1"/>
          </p:cNvSpPr>
          <p:nvPr>
            <p:ph sz="quarter" idx="14"/>
          </p:nvPr>
        </p:nvSpPr>
        <p:spPr>
          <a:xfrm>
            <a:off x="4419600" y="1524000"/>
            <a:ext cx="4267200" cy="4114800"/>
          </a:xfrm>
        </p:spPr>
        <p:txBody>
          <a:bodyPr/>
          <a:lstStyle/>
          <a:p>
            <a:pPr lvl="0"/>
            <a:r>
              <a:rPr lang="ko-KR" altLang="en-US"/>
              <a:t>마스터 텍스트 스타일을 편집합니다</a:t>
            </a:r>
          </a:p>
          <a:p>
            <a:pPr lvl="1"/>
            <a:r>
              <a:rPr lang="ko-KR" altLang="en-US"/>
              <a:t>둘째 수준</a:t>
            </a:r>
          </a:p>
          <a:p>
            <a:pPr lvl="2"/>
            <a:r>
              <a:rPr lang="ko-KR" altLang="en-US"/>
              <a:t>셋째 수준</a:t>
            </a:r>
          </a:p>
          <a:p>
            <a:pPr lvl="3"/>
            <a:r>
              <a:rPr lang="ko-KR" altLang="en-US"/>
              <a:t>넷째 수준</a:t>
            </a:r>
          </a:p>
          <a:p>
            <a:pPr lvl="4"/>
            <a:r>
              <a:rPr lang="ko-KR" altLang="en-US"/>
              <a:t>다섯째 수준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idx="2"/>
          </p:nvPr>
        </p:nvSpPr>
        <p:spPr>
          <a:xfrm>
            <a:off x="457201" y="2514599"/>
            <a:ext cx="3352800" cy="3127248"/>
          </a:xfrm>
        </p:spPr>
        <p:txBody>
          <a:bodyPr/>
          <a:lstStyle>
            <a:lvl1pPr marL="0" indent="0">
              <a:lnSpc>
                <a:spcPct val="150000"/>
              </a:lnSpc>
              <a:spcBef>
                <a:spcPts val="0"/>
              </a:spcBef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ko-KR" altLang="en-US"/>
              <a:t>마스터 텍스트 스타일을 편집합니다</a:t>
            </a:r>
          </a:p>
        </p:txBody>
      </p:sp>
      <p:sp>
        <p:nvSpPr>
          <p:cNvPr id="1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8763000" y="6669360"/>
            <a:ext cx="381000" cy="188640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100" baseline="0">
                <a:solidFill>
                  <a:schemeClr val="tx1"/>
                </a:solidFill>
                <a:latin typeface="+mn-ea"/>
                <a:ea typeface="+mn-ea"/>
              </a:defRPr>
            </a:lvl1pPr>
          </a:lstStyle>
          <a:p>
            <a:fld id="{5AA8C37D-6ADA-49EE-B609-6DB056DA936F}" type="slidenum">
              <a:rPr lang="ko-KR" altLang="en-US" smtClean="0"/>
              <a:pPr/>
              <a:t>‹#›</a:t>
            </a:fld>
            <a:endParaRPr lang="ko-KR" altLang="en-US" dirty="0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캡션 있는 그림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1527048"/>
            <a:ext cx="3355848" cy="914400"/>
          </a:xfrm>
        </p:spPr>
        <p:txBody>
          <a:bodyPr anchor="b">
            <a:normAutofit/>
          </a:bodyPr>
          <a:lstStyle>
            <a:lvl1pPr algn="l">
              <a:defRPr lang="en-US" sz="1800" b="1" i="0" kern="1200" cap="all" spc="100" baseline="0" dirty="0" smtClean="0">
                <a:solidFill>
                  <a:schemeClr val="tx2"/>
                </a:solidFill>
                <a:latin typeface="+mn-lt"/>
                <a:ea typeface="+mn-ea"/>
                <a:cs typeface="+mn-cs"/>
              </a:defRPr>
            </a:lvl1pPr>
          </a:lstStyle>
          <a:p>
            <a:pPr marL="0" lvl="0" indent="0" algn="l" defTabSz="914400" rtl="0" eaLnBrk="1" latinLnBrk="0" hangingPunct="1">
              <a:lnSpc>
                <a:spcPct val="100000"/>
              </a:lnSpc>
              <a:spcBef>
                <a:spcPct val="20000"/>
              </a:spcBef>
              <a:spcAft>
                <a:spcPts val="600"/>
              </a:spcAft>
              <a:buFont typeface="Wingdings" pitchFamily="2" charset="2"/>
              <a:buNone/>
            </a:pPr>
            <a:r>
              <a:rPr lang="ko-KR" altLang="en-US"/>
              <a:t>마스터 제목 스타일 편집</a:t>
            </a:r>
            <a:endParaRPr lang="en-US" dirty="0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4425696" y="1554480"/>
            <a:ext cx="4270248" cy="4059936"/>
          </a:xfrm>
          <a:solidFill>
            <a:schemeClr val="bg1"/>
          </a:solidFill>
        </p:spPr>
        <p:txBody>
          <a:bodyPr>
            <a:normAutofit/>
          </a:bodyPr>
          <a:lstStyle>
            <a:lvl1pPr marL="0" indent="0" algn="ctr">
              <a:buNone/>
              <a:defRPr sz="20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r>
              <a:rPr lang="ko-KR" altLang="en-US"/>
              <a:t>그림을 추가하려면 아이콘을 클릭하십시오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2514600"/>
            <a:ext cx="3355848" cy="3127248"/>
          </a:xfrm>
        </p:spPr>
        <p:txBody>
          <a:bodyPr/>
          <a:lstStyle>
            <a:lvl1pPr marL="0" indent="0">
              <a:lnSpc>
                <a:spcPct val="150000"/>
              </a:lnSpc>
              <a:spcBef>
                <a:spcPts val="0"/>
              </a:spcBef>
              <a:buNone/>
              <a:defRPr lang="en-US" sz="1400" kern="1200" baseline="0" dirty="0" smtClean="0">
                <a:solidFill>
                  <a:schemeClr val="tx2"/>
                </a:solidFill>
                <a:latin typeface="+mn-lt"/>
                <a:ea typeface="+mn-ea"/>
                <a:cs typeface="+mn-cs"/>
              </a:defRPr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ko-KR" altLang="en-US"/>
              <a:t>마스터 텍스트 스타일을 편집합니다</a:t>
            </a:r>
          </a:p>
        </p:txBody>
      </p:sp>
      <p:cxnSp>
        <p:nvCxnSpPr>
          <p:cNvPr id="10" name="Straight Connector 9"/>
          <p:cNvCxnSpPr/>
          <p:nvPr/>
        </p:nvCxnSpPr>
        <p:spPr>
          <a:xfrm>
            <a:off x="4419600" y="1524000"/>
            <a:ext cx="4267200" cy="1588"/>
          </a:xfrm>
          <a:prstGeom prst="line">
            <a:avLst/>
          </a:prstGeom>
          <a:ln w="5715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1" name="Straight Connector 10"/>
          <p:cNvCxnSpPr/>
          <p:nvPr/>
        </p:nvCxnSpPr>
        <p:spPr>
          <a:xfrm>
            <a:off x="4419600" y="5637212"/>
            <a:ext cx="4267200" cy="1588"/>
          </a:xfrm>
          <a:prstGeom prst="line">
            <a:avLst/>
          </a:prstGeom>
          <a:ln w="5715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8763000" y="6669360"/>
            <a:ext cx="381000" cy="188640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100" baseline="0">
                <a:solidFill>
                  <a:schemeClr val="tx1"/>
                </a:solidFill>
                <a:latin typeface="+mn-ea"/>
                <a:ea typeface="+mn-ea"/>
              </a:defRPr>
            </a:lvl1pPr>
          </a:lstStyle>
          <a:p>
            <a:fld id="{5AA8C37D-6ADA-49EE-B609-6DB056DA936F}" type="slidenum">
              <a:rPr lang="ko-KR" altLang="en-US" smtClean="0"/>
              <a:pPr/>
              <a:t>‹#›</a:t>
            </a:fld>
            <a:endParaRPr lang="ko-KR" altLang="en-US" dirty="0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제목 및 세로 텍스트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/>
              <a:t>마스터 제목 스타일 편집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ko-KR" altLang="en-US"/>
              <a:t>마스터 텍스트 스타일을 편집합니다</a:t>
            </a:r>
          </a:p>
          <a:p>
            <a:pPr lvl="1"/>
            <a:r>
              <a:rPr lang="ko-KR" altLang="en-US"/>
              <a:t>둘째 수준</a:t>
            </a:r>
          </a:p>
          <a:p>
            <a:pPr lvl="2"/>
            <a:r>
              <a:rPr lang="ko-KR" altLang="en-US"/>
              <a:t>셋째 수준</a:t>
            </a:r>
          </a:p>
          <a:p>
            <a:pPr lvl="3"/>
            <a:r>
              <a:rPr lang="ko-KR" altLang="en-US"/>
              <a:t>넷째 수준</a:t>
            </a:r>
          </a:p>
          <a:p>
            <a:pPr lvl="4"/>
            <a:r>
              <a:rPr lang="ko-KR" altLang="en-US"/>
              <a:t>다섯째 수준</a:t>
            </a:r>
            <a:endParaRPr lang="en-US"/>
          </a:p>
        </p:txBody>
      </p:sp>
      <p:sp>
        <p:nvSpPr>
          <p:cNvPr id="15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8763000" y="6669360"/>
            <a:ext cx="381000" cy="188640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100" baseline="0">
                <a:solidFill>
                  <a:schemeClr val="tx1"/>
                </a:solidFill>
                <a:latin typeface="+mn-ea"/>
                <a:ea typeface="+mn-ea"/>
              </a:defRPr>
            </a:lvl1pPr>
          </a:lstStyle>
          <a:p>
            <a:fld id="{5AA8C37D-6ADA-49EE-B609-6DB056DA936F}" type="slidenum">
              <a:rPr lang="ko-KR" altLang="en-US" smtClean="0"/>
              <a:pPr/>
              <a:t>‹#›</a:t>
            </a:fld>
            <a:endParaRPr lang="ko-KR" altLang="en-US" dirty="0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세로 제목 및 텍스트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589085"/>
            <a:ext cx="2057400" cy="5537078"/>
          </a:xfrm>
        </p:spPr>
        <p:txBody>
          <a:bodyPr vert="eaVert"/>
          <a:lstStyle/>
          <a:p>
            <a:r>
              <a:rPr lang="ko-KR" altLang="en-US"/>
              <a:t>마스터 제목 스타일 편집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585216"/>
            <a:ext cx="6019800" cy="5541264"/>
          </a:xfrm>
        </p:spPr>
        <p:txBody>
          <a:bodyPr vert="eaVert"/>
          <a:lstStyle/>
          <a:p>
            <a:pPr lvl="0"/>
            <a:r>
              <a:rPr lang="ko-KR" altLang="en-US"/>
              <a:t>마스터 텍스트 스타일을 편집합니다</a:t>
            </a:r>
          </a:p>
          <a:p>
            <a:pPr lvl="1"/>
            <a:r>
              <a:rPr lang="ko-KR" altLang="en-US"/>
              <a:t>둘째 수준</a:t>
            </a:r>
          </a:p>
          <a:p>
            <a:pPr lvl="2"/>
            <a:r>
              <a:rPr lang="ko-KR" altLang="en-US"/>
              <a:t>셋째 수준</a:t>
            </a:r>
          </a:p>
          <a:p>
            <a:pPr lvl="3"/>
            <a:r>
              <a:rPr lang="ko-KR" altLang="en-US"/>
              <a:t>넷째 수준</a:t>
            </a:r>
          </a:p>
          <a:p>
            <a:pPr lvl="4"/>
            <a:r>
              <a:rPr lang="ko-KR" altLang="en-US"/>
              <a:t>다섯째 수준</a:t>
            </a:r>
            <a:endParaRPr lang="en-US" dirty="0"/>
          </a:p>
        </p:txBody>
      </p:sp>
      <p:sp>
        <p:nvSpPr>
          <p:cNvPr id="15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8763000" y="6669360"/>
            <a:ext cx="381000" cy="188640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100" baseline="0">
                <a:solidFill>
                  <a:schemeClr val="tx1"/>
                </a:solidFill>
                <a:latin typeface="+mn-ea"/>
                <a:ea typeface="+mn-ea"/>
              </a:defRPr>
            </a:lvl1pPr>
          </a:lstStyle>
          <a:p>
            <a:fld id="{5AA8C37D-6ADA-49EE-B609-6DB056DA936F}" type="slidenum">
              <a:rPr lang="ko-KR" altLang="en-US" smtClean="0"/>
              <a:pPr/>
              <a:t>‹#›</a:t>
            </a:fld>
            <a:endParaRPr lang="ko-KR" altLang="en-US" dirty="0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124744"/>
            <a:ext cx="8229600" cy="5400600"/>
          </a:xfrm>
          <a:prstGeom prst="rect">
            <a:avLst/>
          </a:prstGeom>
        </p:spPr>
        <p:txBody>
          <a:bodyPr vert="horz" lIns="0" tIns="45720" rIns="0" bIns="45720" rtlCol="0">
            <a:normAutofit/>
          </a:bodyPr>
          <a:lstStyle/>
          <a:p>
            <a:pPr lvl="0"/>
            <a:r>
              <a:rPr lang="ko-KR" altLang="en-US" dirty="0"/>
              <a:t>마스터 텍스트 스타일을 편집합니다</a:t>
            </a:r>
          </a:p>
          <a:p>
            <a:pPr lvl="1"/>
            <a:r>
              <a:rPr lang="ko-KR" altLang="en-US" dirty="0"/>
              <a:t>둘째 수준</a:t>
            </a:r>
          </a:p>
          <a:p>
            <a:pPr lvl="2"/>
            <a:r>
              <a:rPr lang="ko-KR" altLang="en-US" dirty="0"/>
              <a:t>셋째 수준</a:t>
            </a:r>
          </a:p>
          <a:p>
            <a:pPr lvl="3"/>
            <a:r>
              <a:rPr lang="ko-KR" altLang="en-US" dirty="0"/>
              <a:t>넷째 수준</a:t>
            </a:r>
          </a:p>
          <a:p>
            <a:pPr lvl="4"/>
            <a:r>
              <a:rPr lang="ko-KR" altLang="en-US" dirty="0"/>
              <a:t>다섯째 수준</a:t>
            </a:r>
            <a:endParaRPr lang="en-US" dirty="0"/>
          </a:p>
        </p:txBody>
      </p:sp>
      <p:sp>
        <p:nvSpPr>
          <p:cNvPr id="8" name="직사각형 7"/>
          <p:cNvSpPr/>
          <p:nvPr userDrawn="1"/>
        </p:nvSpPr>
        <p:spPr>
          <a:xfrm>
            <a:off x="0" y="0"/>
            <a:ext cx="9144000" cy="332656"/>
          </a:xfrm>
          <a:prstGeom prst="rect">
            <a:avLst/>
          </a:prstGeom>
          <a:solidFill>
            <a:schemeClr val="tx1">
              <a:lumMod val="65000"/>
              <a:lumOff val="3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9" name="제목 1"/>
          <p:cNvSpPr txBox="1">
            <a:spLocks/>
          </p:cNvSpPr>
          <p:nvPr userDrawn="1"/>
        </p:nvSpPr>
        <p:spPr>
          <a:xfrm>
            <a:off x="806896" y="6524"/>
            <a:ext cx="8229600" cy="418058"/>
          </a:xfrm>
          <a:prstGeom prst="rect">
            <a:avLst/>
          </a:prstGeom>
        </p:spPr>
        <p:txBody>
          <a:bodyPr>
            <a:normAutofit/>
          </a:bodyPr>
          <a:lstStyle>
            <a:lvl1pPr algn="r" defTabSz="914400" rtl="0" eaLnBrk="1" latinLnBrk="1" hangingPunct="1">
              <a:spcBef>
                <a:spcPct val="0"/>
              </a:spcBef>
              <a:buNone/>
              <a:defRPr sz="1600" kern="1200">
                <a:solidFill>
                  <a:schemeClr val="bg1"/>
                </a:solidFill>
                <a:latin typeface="+mj-ea"/>
                <a:ea typeface="+mj-ea"/>
                <a:cs typeface="+mj-cs"/>
              </a:defRPr>
            </a:lvl1pPr>
            <a:lvl2pPr eaLnBrk="1" latinLnBrk="1" hangingPunct="1">
              <a:defRPr>
                <a:solidFill>
                  <a:schemeClr val="tx2"/>
                </a:solidFill>
              </a:defRPr>
            </a:lvl2pPr>
            <a:lvl3pPr eaLnBrk="1" latinLnBrk="1" hangingPunct="1">
              <a:defRPr>
                <a:solidFill>
                  <a:schemeClr val="tx2"/>
                </a:solidFill>
              </a:defRPr>
            </a:lvl3pPr>
            <a:lvl4pPr eaLnBrk="1" latinLnBrk="1" hangingPunct="1">
              <a:defRPr>
                <a:solidFill>
                  <a:schemeClr val="tx2"/>
                </a:solidFill>
              </a:defRPr>
            </a:lvl4pPr>
            <a:lvl5pPr eaLnBrk="1" latinLnBrk="1" hangingPunct="1">
              <a:defRPr>
                <a:solidFill>
                  <a:schemeClr val="tx2"/>
                </a:solidFill>
              </a:defRPr>
            </a:lvl5pPr>
            <a:lvl6pPr eaLnBrk="1" latinLnBrk="1" hangingPunct="1">
              <a:defRPr>
                <a:solidFill>
                  <a:schemeClr val="tx2"/>
                </a:solidFill>
              </a:defRPr>
            </a:lvl6pPr>
            <a:lvl7pPr eaLnBrk="1" latinLnBrk="1" hangingPunct="1">
              <a:defRPr>
                <a:solidFill>
                  <a:schemeClr val="tx2"/>
                </a:solidFill>
              </a:defRPr>
            </a:lvl7pPr>
            <a:lvl8pPr eaLnBrk="1" latinLnBrk="1" hangingPunct="1">
              <a:defRPr>
                <a:solidFill>
                  <a:schemeClr val="tx2"/>
                </a:solidFill>
              </a:defRPr>
            </a:lvl8pPr>
            <a:lvl9pPr eaLnBrk="1" latinLnBrk="1" hangingPunct="1">
              <a:defRPr>
                <a:solidFill>
                  <a:schemeClr val="tx2"/>
                </a:solidFill>
              </a:defRPr>
            </a:lvl9pPr>
          </a:lstStyle>
          <a:p>
            <a:pPr fontAlgn="base" latinLnBrk="1"/>
            <a:r>
              <a:rPr lang="en-US" altLang="ko-KR" sz="1600" b="0" kern="1200" dirty="0">
                <a:solidFill>
                  <a:schemeClr val="bg1"/>
                </a:solidFill>
                <a:effectLst/>
                <a:latin typeface="+mj-ea"/>
                <a:ea typeface="+mj-ea"/>
                <a:cs typeface="+mj-cs"/>
              </a:rPr>
              <a:t>7</a:t>
            </a:r>
            <a:r>
              <a:rPr lang="ko-KR" altLang="en-US" sz="1600" b="0" kern="1200" dirty="0">
                <a:solidFill>
                  <a:schemeClr val="bg1"/>
                </a:solidFill>
                <a:effectLst/>
                <a:latin typeface="+mj-ea"/>
                <a:ea typeface="+mj-ea"/>
                <a:cs typeface="+mj-cs"/>
              </a:rPr>
              <a:t>장</a:t>
            </a:r>
            <a:r>
              <a:rPr lang="en-US" altLang="ko-KR" sz="1600" b="0" kern="1200" dirty="0">
                <a:solidFill>
                  <a:schemeClr val="bg1"/>
                </a:solidFill>
                <a:effectLst/>
                <a:latin typeface="+mj-ea"/>
                <a:ea typeface="+mj-ea"/>
                <a:cs typeface="+mj-cs"/>
              </a:rPr>
              <a:t>. </a:t>
            </a:r>
            <a:r>
              <a:rPr lang="ko-KR" altLang="en-US" sz="1600" b="0" kern="1200" dirty="0">
                <a:solidFill>
                  <a:schemeClr val="bg1"/>
                </a:solidFill>
                <a:effectLst/>
                <a:latin typeface="+mj-ea"/>
                <a:ea typeface="+mj-ea"/>
                <a:cs typeface="+mj-cs"/>
              </a:rPr>
              <a:t>파일 업로드와 간이 웹 하드 구현</a:t>
            </a:r>
          </a:p>
        </p:txBody>
      </p:sp>
      <p:sp>
        <p:nvSpPr>
          <p:cNvPr id="10" name="직사각형 9"/>
          <p:cNvSpPr/>
          <p:nvPr userDrawn="1"/>
        </p:nvSpPr>
        <p:spPr>
          <a:xfrm>
            <a:off x="0" y="332656"/>
            <a:ext cx="9144000" cy="576064"/>
          </a:xfrm>
          <a:prstGeom prst="rect">
            <a:avLst/>
          </a:prstGeom>
          <a:solidFill>
            <a:srgbClr val="92D050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368660"/>
            <a:ext cx="8229600" cy="504056"/>
          </a:xfrm>
          <a:prstGeom prst="rect">
            <a:avLst/>
          </a:prstGeom>
        </p:spPr>
        <p:txBody>
          <a:bodyPr vert="horz" lIns="0" tIns="45720" rIns="0" bIns="45720" rtlCol="0" anchor="ctr">
            <a:normAutofit/>
          </a:bodyPr>
          <a:lstStyle/>
          <a:p>
            <a:r>
              <a:rPr lang="ko-KR" altLang="en-US" dirty="0"/>
              <a:t>마스터 제목 스타일 편집</a:t>
            </a:r>
            <a:endParaRPr lang="en-US" dirty="0"/>
          </a:p>
        </p:txBody>
      </p:sp>
      <p:sp>
        <p:nvSpPr>
          <p:cNvPr id="12" name="직사각형 11"/>
          <p:cNvSpPr/>
          <p:nvPr userDrawn="1"/>
        </p:nvSpPr>
        <p:spPr>
          <a:xfrm>
            <a:off x="0" y="6669360"/>
            <a:ext cx="9144000" cy="191344"/>
          </a:xfrm>
          <a:prstGeom prst="rect">
            <a:avLst/>
          </a:prstGeom>
          <a:solidFill>
            <a:schemeClr val="bg1">
              <a:lumMod val="7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13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8763000" y="6669360"/>
            <a:ext cx="381000" cy="188640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100" baseline="0">
                <a:solidFill>
                  <a:schemeClr val="tx1"/>
                </a:solidFill>
                <a:latin typeface="+mn-ea"/>
                <a:ea typeface="+mn-ea"/>
              </a:defRPr>
            </a:lvl1pPr>
          </a:lstStyle>
          <a:p>
            <a:fld id="{5AA8C37D-6ADA-49EE-B609-6DB056DA936F}" type="slidenum">
              <a:rPr lang="ko-KR" altLang="en-US" smtClean="0"/>
              <a:pPr/>
              <a:t>‹#›</a:t>
            </a:fld>
            <a:endParaRPr lang="ko-KR" altLang="en-US" dirty="0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925" r:id="rId1"/>
    <p:sldLayoutId id="2147483926" r:id="rId2"/>
    <p:sldLayoutId id="2147483927" r:id="rId3"/>
    <p:sldLayoutId id="2147483928" r:id="rId4"/>
    <p:sldLayoutId id="2147483929" r:id="rId5"/>
    <p:sldLayoutId id="2147483930" r:id="rId6"/>
    <p:sldLayoutId id="2147483931" r:id="rId7"/>
    <p:sldLayoutId id="2147483932" r:id="rId8"/>
    <p:sldLayoutId id="2147483933" r:id="rId9"/>
    <p:sldLayoutId id="2147483934" r:id="rId10"/>
    <p:sldLayoutId id="2147483935" r:id="rId11"/>
  </p:sldLayoutIdLst>
  <p:hf hdr="0" ftr="0" dt="0"/>
  <p:txStyles>
    <p:titleStyle>
      <a:lvl1pPr algn="l" defTabSz="914400" rtl="0" eaLnBrk="1" latinLnBrk="1" hangingPunct="1">
        <a:spcBef>
          <a:spcPct val="0"/>
        </a:spcBef>
        <a:buNone/>
        <a:defRPr sz="2000" b="1" kern="1200">
          <a:solidFill>
            <a:schemeClr val="tx2"/>
          </a:solidFill>
          <a:latin typeface="+mj-ea"/>
          <a:ea typeface="+mj-ea"/>
          <a:cs typeface="+mj-cs"/>
        </a:defRPr>
      </a:lvl1pPr>
      <a:lvl2pPr eaLnBrk="1" latinLnBrk="1" hangingPunct="1">
        <a:defRPr>
          <a:solidFill>
            <a:schemeClr val="tx2"/>
          </a:solidFill>
        </a:defRPr>
      </a:lvl2pPr>
      <a:lvl3pPr eaLnBrk="1" latinLnBrk="1" hangingPunct="1">
        <a:defRPr>
          <a:solidFill>
            <a:schemeClr val="tx2"/>
          </a:solidFill>
        </a:defRPr>
      </a:lvl3pPr>
      <a:lvl4pPr eaLnBrk="1" latinLnBrk="1" hangingPunct="1">
        <a:defRPr>
          <a:solidFill>
            <a:schemeClr val="tx2"/>
          </a:solidFill>
        </a:defRPr>
      </a:lvl4pPr>
      <a:lvl5pPr eaLnBrk="1" latinLnBrk="1" hangingPunct="1">
        <a:defRPr>
          <a:solidFill>
            <a:schemeClr val="tx2"/>
          </a:solidFill>
        </a:defRPr>
      </a:lvl5pPr>
      <a:lvl6pPr eaLnBrk="1" latinLnBrk="1" hangingPunct="1">
        <a:defRPr>
          <a:solidFill>
            <a:schemeClr val="tx2"/>
          </a:solidFill>
        </a:defRPr>
      </a:lvl6pPr>
      <a:lvl7pPr eaLnBrk="1" latinLnBrk="1" hangingPunct="1">
        <a:defRPr>
          <a:solidFill>
            <a:schemeClr val="tx2"/>
          </a:solidFill>
        </a:defRPr>
      </a:lvl7pPr>
      <a:lvl8pPr eaLnBrk="1" latinLnBrk="1" hangingPunct="1">
        <a:defRPr>
          <a:solidFill>
            <a:schemeClr val="tx2"/>
          </a:solidFill>
        </a:defRPr>
      </a:lvl8pPr>
      <a:lvl9pPr eaLnBrk="1" latinLnBrk="1" hangingPunct="1">
        <a:defRPr>
          <a:solidFill>
            <a:schemeClr val="tx2"/>
          </a:solidFill>
        </a:defRPr>
      </a:lvl9pPr>
    </p:titleStyle>
    <p:bodyStyle>
      <a:lvl1pPr marL="342900" indent="-342900" algn="l" defTabSz="914400" rtl="0" eaLnBrk="1" latinLnBrk="1" hangingPunct="1">
        <a:lnSpc>
          <a:spcPct val="100000"/>
        </a:lnSpc>
        <a:spcBef>
          <a:spcPct val="20000"/>
        </a:spcBef>
        <a:spcAft>
          <a:spcPts val="600"/>
        </a:spcAft>
        <a:buFont typeface="Wingdings" pitchFamily="2" charset="2"/>
        <a:buChar char="§"/>
        <a:defRPr sz="1800" kern="1200" baseline="0">
          <a:solidFill>
            <a:schemeClr val="tx2"/>
          </a:solidFill>
          <a:latin typeface="+mn-ea"/>
          <a:ea typeface="+mn-ea"/>
          <a:cs typeface="+mn-cs"/>
        </a:defRPr>
      </a:lvl1pPr>
      <a:lvl2pPr marL="742950" indent="-285750" algn="l" defTabSz="914400" rtl="0" eaLnBrk="1" latinLnBrk="1" hangingPunct="1">
        <a:lnSpc>
          <a:spcPct val="100000"/>
        </a:lnSpc>
        <a:spcBef>
          <a:spcPct val="20000"/>
        </a:spcBef>
        <a:spcAft>
          <a:spcPts val="600"/>
        </a:spcAft>
        <a:buClr>
          <a:schemeClr val="tx1">
            <a:lumMod val="50000"/>
            <a:lumOff val="50000"/>
          </a:schemeClr>
        </a:buClr>
        <a:buFont typeface="Wingdings" pitchFamily="2" charset="2"/>
        <a:buChar char="§"/>
        <a:defRPr sz="1600" kern="1200" baseline="0">
          <a:solidFill>
            <a:schemeClr val="tx2"/>
          </a:solidFill>
          <a:latin typeface="+mn-ea"/>
          <a:ea typeface="+mn-ea"/>
          <a:cs typeface="+mn-cs"/>
        </a:defRPr>
      </a:lvl2pPr>
      <a:lvl3pPr marL="1200150" indent="-285750" algn="l" defTabSz="914400" rtl="0" eaLnBrk="1" latinLnBrk="1" hangingPunct="1">
        <a:lnSpc>
          <a:spcPct val="100000"/>
        </a:lnSpc>
        <a:spcBef>
          <a:spcPct val="20000"/>
        </a:spcBef>
        <a:spcAft>
          <a:spcPts val="600"/>
        </a:spcAft>
        <a:buFont typeface="Arial" pitchFamily="34" charset="0"/>
        <a:buChar char="•"/>
        <a:defRPr sz="1400" kern="1200" baseline="0">
          <a:solidFill>
            <a:schemeClr val="tx2"/>
          </a:solidFill>
          <a:latin typeface="+mn-ea"/>
          <a:ea typeface="+mn-ea"/>
          <a:cs typeface="+mn-cs"/>
        </a:defRPr>
      </a:lvl3pPr>
      <a:lvl4pPr marL="1657350" indent="-285750" algn="l" defTabSz="914400" rtl="0" eaLnBrk="1" latinLnBrk="1" hangingPunct="1">
        <a:lnSpc>
          <a:spcPct val="100000"/>
        </a:lnSpc>
        <a:spcBef>
          <a:spcPct val="20000"/>
        </a:spcBef>
        <a:spcAft>
          <a:spcPts val="600"/>
        </a:spcAft>
        <a:buClr>
          <a:schemeClr val="tx1">
            <a:lumMod val="50000"/>
            <a:lumOff val="50000"/>
          </a:schemeClr>
        </a:buClr>
        <a:buFont typeface="맑은 고딕" pitchFamily="50" charset="-127"/>
        <a:buChar char="–"/>
        <a:defRPr sz="1400" kern="1200" baseline="0">
          <a:solidFill>
            <a:schemeClr val="tx2"/>
          </a:solidFill>
          <a:latin typeface="+mn-ea"/>
          <a:ea typeface="+mn-ea"/>
          <a:cs typeface="+mn-cs"/>
        </a:defRPr>
      </a:lvl4pPr>
      <a:lvl5pPr marL="2057400" indent="-228600" algn="l" defTabSz="914400" rtl="0" eaLnBrk="1" latinLnBrk="1" hangingPunct="1">
        <a:lnSpc>
          <a:spcPct val="100000"/>
        </a:lnSpc>
        <a:spcBef>
          <a:spcPct val="20000"/>
        </a:spcBef>
        <a:spcAft>
          <a:spcPts val="600"/>
        </a:spcAft>
        <a:buClr>
          <a:schemeClr val="tx1">
            <a:lumMod val="50000"/>
            <a:lumOff val="50000"/>
          </a:schemeClr>
        </a:buClr>
        <a:buFont typeface="Wingdings" pitchFamily="2" charset="2"/>
        <a:buNone/>
        <a:defRPr sz="1400" kern="1200" baseline="0">
          <a:solidFill>
            <a:schemeClr val="tx2"/>
          </a:solidFill>
          <a:latin typeface="+mn-ea"/>
          <a:ea typeface="+mn-ea"/>
          <a:cs typeface="+mn-cs"/>
        </a:defRPr>
      </a:lvl5pPr>
      <a:lvl6pPr marL="2514600" indent="-228600" algn="l" defTabSz="914400" rtl="0" eaLnBrk="1" latinLnBrk="1" hangingPunct="1">
        <a:lnSpc>
          <a:spcPct val="100000"/>
        </a:lnSpc>
        <a:spcBef>
          <a:spcPct val="20000"/>
        </a:spcBef>
        <a:spcAft>
          <a:spcPts val="600"/>
        </a:spcAft>
        <a:buFontTx/>
        <a:buNone/>
        <a:defRPr sz="1400" kern="1200">
          <a:solidFill>
            <a:schemeClr val="tx2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1" hangingPunct="1">
        <a:lnSpc>
          <a:spcPct val="100000"/>
        </a:lnSpc>
        <a:spcBef>
          <a:spcPct val="20000"/>
        </a:spcBef>
        <a:spcAft>
          <a:spcPts val="600"/>
        </a:spcAft>
        <a:buFontTx/>
        <a:buNone/>
        <a:defRPr sz="1400" kern="1200">
          <a:solidFill>
            <a:schemeClr val="tx2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1" hangingPunct="1">
        <a:lnSpc>
          <a:spcPct val="100000"/>
        </a:lnSpc>
        <a:spcBef>
          <a:spcPct val="20000"/>
        </a:spcBef>
        <a:spcAft>
          <a:spcPts val="600"/>
        </a:spcAft>
        <a:buFontTx/>
        <a:buNone/>
        <a:defRPr sz="1400" kern="1200">
          <a:solidFill>
            <a:schemeClr val="tx2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1" hangingPunct="1">
        <a:lnSpc>
          <a:spcPct val="100000"/>
        </a:lnSpc>
        <a:spcBef>
          <a:spcPct val="20000"/>
        </a:spcBef>
        <a:spcAft>
          <a:spcPts val="600"/>
        </a:spcAft>
        <a:buFontTx/>
        <a:buNone/>
        <a:defRPr sz="1400" kern="1200">
          <a:solidFill>
            <a:schemeClr val="tx2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1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png"/><Relationship Id="rId1" Type="http://schemas.openxmlformats.org/officeDocument/2006/relationships/slideLayout" Target="../slideLayouts/slideLayout2.xml"/></Relationships>
</file>

<file path=ppt/slides/_rels/slide2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rPr lang="en-US" altLang="ko-KR" dirty="0"/>
              <a:t>JSP </a:t>
            </a:r>
            <a:r>
              <a:rPr lang="ko-KR" altLang="en-US"/>
              <a:t>프로그래밍</a:t>
            </a:r>
            <a:endParaRPr lang="ko-KR" altLang="en-US" dirty="0"/>
          </a:p>
        </p:txBody>
      </p:sp>
      <p:sp>
        <p:nvSpPr>
          <p:cNvPr id="3" name="부제목 2"/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pPr fontAlgn="base"/>
            <a:r>
              <a:rPr lang="en-US" altLang="ko-KR" dirty="0"/>
              <a:t>7</a:t>
            </a:r>
            <a:r>
              <a:rPr lang="ko-KR" altLang="en-US" dirty="0"/>
              <a:t>장</a:t>
            </a:r>
            <a:r>
              <a:rPr lang="en-US" altLang="ko-KR" dirty="0"/>
              <a:t>. </a:t>
            </a:r>
            <a:r>
              <a:rPr lang="ko-KR" altLang="en-US" dirty="0"/>
              <a:t>파일 업로드와 간이 웹 하드 구현</a:t>
            </a:r>
          </a:p>
        </p:txBody>
      </p:sp>
    </p:spTree>
    <p:extLst>
      <p:ext uri="{BB962C8B-B14F-4D97-AF65-F5344CB8AC3E}">
        <p14:creationId xmlns:p14="http://schemas.microsoft.com/office/powerpoint/2010/main" val="1538271703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 dirty="0"/>
              <a:t>이번 장에서 공부할 것</a:t>
            </a:r>
          </a:p>
        </p:txBody>
      </p:sp>
      <p:sp>
        <p:nvSpPr>
          <p:cNvPr id="3" name="내용 개체 틀 2"/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pPr fontAlgn="base"/>
            <a:r>
              <a:rPr lang="ko-KR" altLang="en-US" dirty="0"/>
              <a:t>사용자로부터 파일을 업로드 받는 방법</a:t>
            </a:r>
            <a:endParaRPr lang="en-US" altLang="ko-KR" dirty="0"/>
          </a:p>
          <a:p>
            <a:pPr fontAlgn="base"/>
            <a:r>
              <a:rPr lang="ko-KR" altLang="en-US" strike="sngStrike" dirty="0"/>
              <a:t>이를 이용하여 기본적인 기능만을 제공하는 간이 웹 하드 프로그램을 작성</a:t>
            </a:r>
            <a:endParaRPr lang="en-US" altLang="ko-KR" strike="sngStrike" dirty="0"/>
          </a:p>
          <a:p>
            <a:pPr lvl="1" fontAlgn="base"/>
            <a:r>
              <a:rPr lang="ko-KR" altLang="en-US" strike="sngStrike" dirty="0"/>
              <a:t>여러 개의 모듈로 구성된 데이터베이스 응용 프로그램을 작성하는 과정을 파악</a:t>
            </a:r>
          </a:p>
          <a:p>
            <a:pPr fontAlgn="base"/>
            <a:endParaRPr lang="en-US" altLang="ko-KR" dirty="0"/>
          </a:p>
          <a:p>
            <a:pPr fontAlgn="base"/>
            <a:r>
              <a:rPr lang="ko-KR" altLang="en-US" dirty="0"/>
              <a:t>학습내용</a:t>
            </a:r>
          </a:p>
          <a:p>
            <a:pPr lvl="1"/>
            <a:r>
              <a:rPr lang="ko-KR" altLang="en-US" dirty="0"/>
              <a:t>파일 업로드</a:t>
            </a:r>
            <a:endParaRPr lang="en-US" altLang="ko-KR" sz="1400" dirty="0"/>
          </a:p>
          <a:p>
            <a:pPr lvl="1"/>
            <a:r>
              <a:rPr lang="ko-KR" altLang="en-US" strike="sngStrike" dirty="0"/>
              <a:t>웹 하드 프로그램을 위한 테이블 생성과 메인 페이지</a:t>
            </a:r>
            <a:endParaRPr lang="en-US" altLang="ko-KR" sz="1400" strike="sngStrike" dirty="0"/>
          </a:p>
          <a:p>
            <a:pPr lvl="1"/>
            <a:r>
              <a:rPr lang="ko-KR" altLang="en-US" strike="sngStrike" dirty="0"/>
              <a:t>파일 추가와 삭제 기능</a:t>
            </a:r>
          </a:p>
        </p:txBody>
      </p:sp>
      <p:sp>
        <p:nvSpPr>
          <p:cNvPr id="4" name="슬라이드 번호 개체 틀 3"/>
          <p:cNvSpPr>
            <a:spLocks noGrp="1"/>
          </p:cNvSpPr>
          <p:nvPr>
            <p:ph type="sldNum" sz="quarter" idx="4"/>
          </p:nvPr>
        </p:nvSpPr>
        <p:spPr/>
        <p:txBody>
          <a:bodyPr/>
          <a:lstStyle/>
          <a:p>
            <a:fld id="{5AA8C37D-6ADA-49EE-B609-6DB056DA936F}" type="slidenum">
              <a:rPr lang="ko-KR" altLang="en-US" smtClean="0"/>
              <a:pPr/>
              <a:t>2</a:t>
            </a:fld>
            <a:endParaRPr lang="ko-KR" altLang="en-US" dirty="0"/>
          </a:p>
        </p:txBody>
      </p:sp>
    </p:spTree>
    <p:extLst>
      <p:ext uri="{BB962C8B-B14F-4D97-AF65-F5344CB8AC3E}">
        <p14:creationId xmlns:p14="http://schemas.microsoft.com/office/powerpoint/2010/main" val="3953184019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fontAlgn="base"/>
            <a:r>
              <a:rPr lang="en-US" altLang="ko-KR" dirty="0"/>
              <a:t>7.1 </a:t>
            </a:r>
            <a:r>
              <a:rPr lang="ko-KR" altLang="en-US" dirty="0"/>
              <a:t>파일 업로드</a:t>
            </a:r>
          </a:p>
        </p:txBody>
      </p:sp>
      <p:sp>
        <p:nvSpPr>
          <p:cNvPr id="3" name="내용 개체 틀 2"/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pPr fontAlgn="base"/>
            <a:r>
              <a:rPr lang="ko-KR" altLang="en-US" dirty="0"/>
              <a:t>준비 작업</a:t>
            </a:r>
            <a:endParaRPr lang="en-US" altLang="ko-KR" dirty="0"/>
          </a:p>
          <a:p>
            <a:pPr lvl="1" fontAlgn="base"/>
            <a:r>
              <a:rPr lang="ko-KR" altLang="en-US" strike="sngStrike" dirty="0"/>
              <a:t>파일 업로드 기능을 구현한 라이브러리 파일 설치</a:t>
            </a:r>
            <a:endParaRPr lang="en-US" altLang="ko-KR" strike="sngStrike" dirty="0"/>
          </a:p>
          <a:p>
            <a:pPr lvl="2" fontAlgn="base"/>
            <a:r>
              <a:rPr lang="ko-KR" altLang="en-US" strike="sngStrike" dirty="0"/>
              <a:t>우리는 사람들이 가장 많이 이용하는 </a:t>
            </a:r>
            <a:r>
              <a:rPr lang="en-US" altLang="ko-KR" strike="sngStrike" dirty="0"/>
              <a:t>O’Reilly</a:t>
            </a:r>
            <a:r>
              <a:rPr lang="ko-KR" altLang="en-US" strike="sngStrike" dirty="0"/>
              <a:t>의 </a:t>
            </a:r>
            <a:r>
              <a:rPr lang="en-US" altLang="ko-KR" strike="sngStrike" dirty="0"/>
              <a:t>COS </a:t>
            </a:r>
            <a:r>
              <a:rPr lang="ko-KR" altLang="en-US" strike="sngStrike" dirty="0"/>
              <a:t>라이브러리를 이용</a:t>
            </a:r>
            <a:endParaRPr lang="en-US" altLang="ko-KR" strike="sngStrike" dirty="0"/>
          </a:p>
          <a:p>
            <a:pPr lvl="2" fontAlgn="base"/>
            <a:r>
              <a:rPr lang="en-US" altLang="ko-KR" dirty="0">
                <a:solidFill>
                  <a:srgbClr val="FF0000"/>
                </a:solidFill>
                <a:sym typeface="Wingdings" panose="05000000000000000000" pitchFamily="2" charset="2"/>
              </a:rPr>
              <a:t>Tomcat</a:t>
            </a:r>
            <a:r>
              <a:rPr lang="ko-KR" altLang="en-US" dirty="0">
                <a:solidFill>
                  <a:srgbClr val="FF0000"/>
                </a:solidFill>
                <a:sym typeface="Wingdings" panose="05000000000000000000" pitchFamily="2" charset="2"/>
              </a:rPr>
              <a:t> </a:t>
            </a:r>
            <a:r>
              <a:rPr lang="en-US" altLang="ko-KR" dirty="0">
                <a:solidFill>
                  <a:srgbClr val="FF0000"/>
                </a:solidFill>
                <a:sym typeface="Wingdings" panose="05000000000000000000" pitchFamily="2" charset="2"/>
              </a:rPr>
              <a:t>10</a:t>
            </a:r>
            <a:r>
              <a:rPr lang="ko-KR" altLang="en-US" dirty="0">
                <a:solidFill>
                  <a:srgbClr val="FF0000"/>
                </a:solidFill>
                <a:sym typeface="Wingdings" panose="05000000000000000000" pitchFamily="2" charset="2"/>
              </a:rPr>
              <a:t>부터는 사용 불가 </a:t>
            </a:r>
            <a:r>
              <a:rPr lang="en-US" altLang="ko-KR" dirty="0">
                <a:solidFill>
                  <a:srgbClr val="FF0000"/>
                </a:solidFill>
                <a:sym typeface="Wingdings" panose="05000000000000000000" pitchFamily="2" charset="2"/>
              </a:rPr>
              <a:t> Part API</a:t>
            </a:r>
            <a:r>
              <a:rPr lang="ko-KR" altLang="en-US" dirty="0">
                <a:solidFill>
                  <a:srgbClr val="FF0000"/>
                </a:solidFill>
                <a:sym typeface="Wingdings" panose="05000000000000000000" pitchFamily="2" charset="2"/>
              </a:rPr>
              <a:t>를 이용하여 업로드 처리</a:t>
            </a:r>
            <a:endParaRPr lang="en-US" altLang="ko-KR" dirty="0">
              <a:solidFill>
                <a:srgbClr val="FF0000"/>
              </a:solidFill>
              <a:sym typeface="Wingdings" panose="05000000000000000000" pitchFamily="2" charset="2"/>
            </a:endParaRPr>
          </a:p>
          <a:p>
            <a:pPr lvl="2" fontAlgn="base"/>
            <a:r>
              <a:rPr lang="ko-KR" altLang="en-US" dirty="0">
                <a:sym typeface="Wingdings" panose="05000000000000000000" pitchFamily="2" charset="2"/>
              </a:rPr>
              <a:t>서버 설정이 필요</a:t>
            </a:r>
            <a:endParaRPr lang="en-US" altLang="ko-KR" dirty="0">
              <a:sym typeface="Wingdings" panose="05000000000000000000" pitchFamily="2" charset="2"/>
            </a:endParaRPr>
          </a:p>
          <a:p>
            <a:pPr lvl="2" fontAlgn="base"/>
            <a:endParaRPr lang="en-US" altLang="ko-KR" dirty="0">
              <a:sym typeface="Wingdings" panose="05000000000000000000" pitchFamily="2" charset="2"/>
            </a:endParaRPr>
          </a:p>
          <a:p>
            <a:pPr lvl="2" fontAlgn="base"/>
            <a:endParaRPr lang="en-US" altLang="ko-KR" dirty="0">
              <a:sym typeface="Wingdings" panose="05000000000000000000" pitchFamily="2" charset="2"/>
            </a:endParaRPr>
          </a:p>
          <a:p>
            <a:pPr lvl="2" fontAlgn="base"/>
            <a:endParaRPr lang="en-US" altLang="ko-KR" dirty="0"/>
          </a:p>
          <a:p>
            <a:pPr lvl="2" fontAlgn="base"/>
            <a:endParaRPr lang="ko-KR" altLang="en-US" dirty="0"/>
          </a:p>
          <a:p>
            <a:pPr fontAlgn="base"/>
            <a:endParaRPr lang="en-US" altLang="ko-KR" dirty="0"/>
          </a:p>
          <a:p>
            <a:pPr fontAlgn="base"/>
            <a:endParaRPr lang="en-US" altLang="ko-KR" dirty="0"/>
          </a:p>
        </p:txBody>
      </p:sp>
      <p:sp>
        <p:nvSpPr>
          <p:cNvPr id="4" name="슬라이드 번호 개체 틀 3"/>
          <p:cNvSpPr>
            <a:spLocks noGrp="1"/>
          </p:cNvSpPr>
          <p:nvPr>
            <p:ph type="sldNum" sz="quarter" idx="4"/>
          </p:nvPr>
        </p:nvSpPr>
        <p:spPr/>
        <p:txBody>
          <a:bodyPr/>
          <a:lstStyle/>
          <a:p>
            <a:fld id="{5AA8C37D-6ADA-49EE-B609-6DB056DA936F}" type="slidenum">
              <a:rPr lang="ko-KR" altLang="en-US" smtClean="0"/>
              <a:pPr/>
              <a:t>3</a:t>
            </a:fld>
            <a:endParaRPr lang="ko-KR" altLang="en-US" dirty="0"/>
          </a:p>
        </p:txBody>
      </p:sp>
      <p:pic>
        <p:nvPicPr>
          <p:cNvPr id="7" name="그림 6">
            <a:extLst>
              <a:ext uri="{FF2B5EF4-FFF2-40B4-BE49-F238E27FC236}">
                <a16:creationId xmlns:a16="http://schemas.microsoft.com/office/drawing/2014/main" id="{0C36ECF8-46A0-5BF7-77B9-C570F20C2CBC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419872" y="3140968"/>
            <a:ext cx="3168352" cy="312419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014532984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fontAlgn="base"/>
            <a:r>
              <a:rPr lang="en-US" altLang="ko-KR" dirty="0"/>
              <a:t>7.1 </a:t>
            </a:r>
            <a:r>
              <a:rPr lang="ko-KR" altLang="en-US" dirty="0"/>
              <a:t>파일 업로드</a:t>
            </a:r>
          </a:p>
        </p:txBody>
      </p:sp>
      <p:sp>
        <p:nvSpPr>
          <p:cNvPr id="3" name="내용 개체 틀 2"/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pPr fontAlgn="base"/>
            <a:r>
              <a:rPr lang="ko-KR" altLang="en-US" dirty="0"/>
              <a:t>준비 작업</a:t>
            </a:r>
            <a:endParaRPr lang="en-US" altLang="ko-KR" dirty="0"/>
          </a:p>
          <a:p>
            <a:pPr lvl="1" fontAlgn="base"/>
            <a:r>
              <a:rPr lang="ko-KR" altLang="en-US" dirty="0"/>
              <a:t>서버 설정</a:t>
            </a:r>
            <a:endParaRPr lang="en-US" altLang="ko-KR" dirty="0"/>
          </a:p>
          <a:p>
            <a:pPr lvl="2" fontAlgn="base"/>
            <a:r>
              <a:rPr lang="en-US" altLang="ko-KR" dirty="0"/>
              <a:t>context.xml : Multipart</a:t>
            </a:r>
            <a:r>
              <a:rPr lang="ko-KR" altLang="en-US" dirty="0"/>
              <a:t> 데이터 파싱을 가능하게 설정</a:t>
            </a:r>
            <a:endParaRPr lang="en-US" altLang="ko-KR" dirty="0"/>
          </a:p>
          <a:p>
            <a:pPr lvl="3" fontAlgn="base"/>
            <a:r>
              <a:rPr lang="en-US" altLang="ko-KR" dirty="0"/>
              <a:t>Context</a:t>
            </a:r>
            <a:r>
              <a:rPr lang="ko-KR" altLang="en-US" dirty="0"/>
              <a:t> 태그를 찾아 붉은 글씨 부분을 추가</a:t>
            </a:r>
            <a:endParaRPr lang="en-US" altLang="ko-KR" dirty="0"/>
          </a:p>
          <a:p>
            <a:pPr lvl="3" fontAlgn="base"/>
            <a:r>
              <a:rPr lang="en-US" altLang="ko-KR" dirty="0"/>
              <a:t>&lt;Context </a:t>
            </a:r>
            <a:r>
              <a:rPr lang="en-US" altLang="ko-KR" b="1" i="1" u="sng" dirty="0" err="1">
                <a:solidFill>
                  <a:srgbClr val="FF0000"/>
                </a:solidFill>
              </a:rPr>
              <a:t>allowCasualMultipartParsing</a:t>
            </a:r>
            <a:r>
              <a:rPr lang="en-US" altLang="ko-KR" b="1" i="1" u="sng" dirty="0">
                <a:solidFill>
                  <a:srgbClr val="FF0000"/>
                </a:solidFill>
              </a:rPr>
              <a:t>="true"</a:t>
            </a:r>
            <a:r>
              <a:rPr lang="en-US" altLang="ko-KR" dirty="0"/>
              <a:t>&gt;</a:t>
            </a:r>
          </a:p>
          <a:p>
            <a:pPr lvl="2" fontAlgn="base"/>
            <a:r>
              <a:rPr lang="en-US" altLang="ko-KR" dirty="0"/>
              <a:t>server.xml : </a:t>
            </a:r>
            <a:r>
              <a:rPr lang="ko-KR" altLang="en-US" dirty="0"/>
              <a:t>업로드 크기의 제한 없애기</a:t>
            </a:r>
            <a:r>
              <a:rPr lang="en-US" altLang="ko-KR" dirty="0"/>
              <a:t>. </a:t>
            </a:r>
          </a:p>
          <a:p>
            <a:pPr lvl="3" fontAlgn="base"/>
            <a:r>
              <a:rPr lang="ko-KR" altLang="en-US" dirty="0"/>
              <a:t>정확하게는 </a:t>
            </a:r>
            <a:r>
              <a:rPr lang="en-US" altLang="ko-KR" dirty="0"/>
              <a:t>POST </a:t>
            </a:r>
            <a:r>
              <a:rPr lang="ko-KR" altLang="en-US" dirty="0"/>
              <a:t>방식으로 전송되는 데이터의 크기 제한</a:t>
            </a:r>
            <a:r>
              <a:rPr lang="en-US" altLang="ko-KR" dirty="0"/>
              <a:t>.</a:t>
            </a:r>
            <a:r>
              <a:rPr lang="ko-KR" altLang="en-US" dirty="0"/>
              <a:t> </a:t>
            </a:r>
            <a:r>
              <a:rPr lang="en-US" altLang="ko-KR" dirty="0"/>
              <a:t>Tomcat </a:t>
            </a:r>
            <a:r>
              <a:rPr lang="ko-KR" altLang="en-US" dirty="0"/>
              <a:t>디폴트는 </a:t>
            </a:r>
            <a:r>
              <a:rPr lang="en-US" altLang="ko-KR" dirty="0"/>
              <a:t>2MB</a:t>
            </a:r>
            <a:r>
              <a:rPr lang="ko-KR" altLang="en-US" dirty="0"/>
              <a:t>로 파일 전송을 하기에는 너무 작음</a:t>
            </a:r>
            <a:endParaRPr lang="en-US" altLang="ko-KR" dirty="0"/>
          </a:p>
          <a:p>
            <a:pPr lvl="3" fontAlgn="base"/>
            <a:r>
              <a:rPr lang="ko-KR" altLang="en-US" dirty="0"/>
              <a:t>아래와</a:t>
            </a:r>
            <a:r>
              <a:rPr lang="en-US" altLang="ko-KR" dirty="0"/>
              <a:t> </a:t>
            </a:r>
            <a:r>
              <a:rPr lang="ko-KR" altLang="en-US" dirty="0"/>
              <a:t>같은 </a:t>
            </a:r>
            <a:r>
              <a:rPr lang="en-US" altLang="ko-KR" dirty="0"/>
              <a:t>Connector </a:t>
            </a:r>
            <a:r>
              <a:rPr lang="ko-KR" altLang="en-US" dirty="0"/>
              <a:t>태그를 찾아 붉은 글씨 부분을 추가</a:t>
            </a:r>
            <a:endParaRPr lang="en-US" altLang="ko-KR" dirty="0"/>
          </a:p>
          <a:p>
            <a:pPr lvl="3" fontAlgn="base"/>
            <a:r>
              <a:rPr lang="en-US" altLang="ko-KR" dirty="0"/>
              <a:t>&lt;Connector </a:t>
            </a:r>
            <a:r>
              <a:rPr lang="en-US" altLang="ko-KR" dirty="0" err="1"/>
              <a:t>connectionTimeout</a:t>
            </a:r>
            <a:r>
              <a:rPr lang="en-US" altLang="ko-KR" dirty="0"/>
              <a:t>="20000" port="8080" protocol="HTTP/1.1" </a:t>
            </a:r>
            <a:r>
              <a:rPr lang="en-US" altLang="ko-KR" dirty="0" err="1"/>
              <a:t>redirectPort</a:t>
            </a:r>
            <a:r>
              <a:rPr lang="en-US" altLang="ko-KR" dirty="0"/>
              <a:t>="8443" </a:t>
            </a:r>
            <a:r>
              <a:rPr lang="en-US" altLang="ko-KR" b="1" i="1" u="sng" dirty="0" err="1">
                <a:solidFill>
                  <a:srgbClr val="FF0000"/>
                </a:solidFill>
              </a:rPr>
              <a:t>maxPostSize</a:t>
            </a:r>
            <a:r>
              <a:rPr lang="en-US" altLang="ko-KR" b="1" i="1" u="sng" dirty="0">
                <a:solidFill>
                  <a:srgbClr val="FF0000"/>
                </a:solidFill>
              </a:rPr>
              <a:t>="-1"</a:t>
            </a:r>
            <a:r>
              <a:rPr lang="en-US" altLang="ko-KR" dirty="0"/>
              <a:t>/&gt;</a:t>
            </a:r>
          </a:p>
        </p:txBody>
      </p:sp>
      <p:sp>
        <p:nvSpPr>
          <p:cNvPr id="4" name="슬라이드 번호 개체 틀 3"/>
          <p:cNvSpPr>
            <a:spLocks noGrp="1"/>
          </p:cNvSpPr>
          <p:nvPr>
            <p:ph type="sldNum" sz="quarter" idx="4"/>
          </p:nvPr>
        </p:nvSpPr>
        <p:spPr/>
        <p:txBody>
          <a:bodyPr/>
          <a:lstStyle/>
          <a:p>
            <a:fld id="{5AA8C37D-6ADA-49EE-B609-6DB056DA936F}" type="slidenum">
              <a:rPr lang="ko-KR" altLang="en-US" smtClean="0"/>
              <a:pPr/>
              <a:t>4</a:t>
            </a:fld>
            <a:endParaRPr lang="ko-KR" altLang="en-US" dirty="0"/>
          </a:p>
        </p:txBody>
      </p:sp>
    </p:spTree>
    <p:extLst>
      <p:ext uri="{BB962C8B-B14F-4D97-AF65-F5344CB8AC3E}">
        <p14:creationId xmlns:p14="http://schemas.microsoft.com/office/powerpoint/2010/main" val="2093595747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fontAlgn="base"/>
            <a:r>
              <a:rPr lang="en-US" altLang="ko-KR" dirty="0"/>
              <a:t>7.1 </a:t>
            </a:r>
            <a:r>
              <a:rPr lang="ko-KR" altLang="en-US" dirty="0"/>
              <a:t>파일 업로드</a:t>
            </a:r>
          </a:p>
        </p:txBody>
      </p:sp>
      <p:sp>
        <p:nvSpPr>
          <p:cNvPr id="3" name="내용 개체 틀 2"/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pPr fontAlgn="base"/>
            <a:r>
              <a:rPr lang="ko-KR" altLang="en-US" dirty="0"/>
              <a:t>준비 작업</a:t>
            </a:r>
            <a:endParaRPr lang="en-US" altLang="ko-KR" dirty="0"/>
          </a:p>
          <a:p>
            <a:pPr lvl="1" fontAlgn="base"/>
            <a:r>
              <a:rPr lang="ko-KR" altLang="en-US" dirty="0"/>
              <a:t>이클립스의 퍼블리싱 기능을 해제</a:t>
            </a:r>
            <a:endParaRPr lang="en-US" altLang="ko-KR" dirty="0"/>
          </a:p>
          <a:p>
            <a:pPr lvl="2" fontAlgn="base"/>
            <a:r>
              <a:rPr lang="ko-KR" altLang="en-US" dirty="0"/>
              <a:t>퍼블리싱 기능 </a:t>
            </a:r>
            <a:r>
              <a:rPr lang="en-US" altLang="ko-KR" dirty="0"/>
              <a:t>: </a:t>
            </a:r>
            <a:r>
              <a:rPr lang="ko-KR" altLang="en-US" dirty="0"/>
              <a:t>웹 애플리케이션을 실행할 때</a:t>
            </a:r>
            <a:r>
              <a:rPr lang="en-US" altLang="ko-KR" dirty="0"/>
              <a:t>, </a:t>
            </a:r>
            <a:r>
              <a:rPr lang="ko-KR" altLang="en-US" dirty="0"/>
              <a:t>웹 애플리케이션의 원본 폴더는 건드리지 않고</a:t>
            </a:r>
            <a:r>
              <a:rPr lang="en-US" altLang="ko-KR" dirty="0"/>
              <a:t>, </a:t>
            </a:r>
            <a:r>
              <a:rPr lang="ko-KR" altLang="en-US" dirty="0"/>
              <a:t>원본을 복사한 </a:t>
            </a:r>
            <a:r>
              <a:rPr lang="ko-KR" altLang="en-US" dirty="0" err="1"/>
              <a:t>실행용</a:t>
            </a:r>
            <a:r>
              <a:rPr lang="ko-KR" altLang="en-US" dirty="0"/>
              <a:t> 폴더를 만들어서 사용</a:t>
            </a:r>
            <a:endParaRPr lang="en-US" altLang="ko-KR" dirty="0"/>
          </a:p>
          <a:p>
            <a:pPr lvl="3" fontAlgn="base"/>
            <a:r>
              <a:rPr lang="ko-KR" altLang="en-US" dirty="0"/>
              <a:t>이 기능은 파일 업로드를 할 때에는 문제가 되므로 해제</a:t>
            </a:r>
          </a:p>
          <a:p>
            <a:pPr lvl="2" fontAlgn="base"/>
            <a:r>
              <a:rPr lang="ko-KR" altLang="en-US" dirty="0"/>
              <a:t>이클립스의 아래쪽 창에서 “</a:t>
            </a:r>
            <a:r>
              <a:rPr lang="en-US" altLang="ko-KR" dirty="0"/>
              <a:t>Servers” </a:t>
            </a:r>
            <a:r>
              <a:rPr lang="ko-KR" altLang="en-US" dirty="0"/>
              <a:t>탭을 선택</a:t>
            </a:r>
          </a:p>
          <a:p>
            <a:pPr lvl="2" fontAlgn="base"/>
            <a:r>
              <a:rPr lang="ko-KR" altLang="en-US" dirty="0" err="1"/>
              <a:t>톰캣</a:t>
            </a:r>
            <a:r>
              <a:rPr lang="ko-KR" altLang="en-US" dirty="0"/>
              <a:t> 서버가 동작 중이라면 중지</a:t>
            </a:r>
            <a:endParaRPr lang="en-US" altLang="ko-KR" dirty="0"/>
          </a:p>
          <a:p>
            <a:pPr lvl="3" fontAlgn="base"/>
            <a:r>
              <a:rPr lang="en-US" altLang="ko-KR" dirty="0"/>
              <a:t>“Tomcat v10.1 Server...”</a:t>
            </a:r>
            <a:r>
              <a:rPr lang="ko-KR" altLang="en-US" dirty="0"/>
              <a:t>을 한 번만 클릭했을 때 오른쪽에 빨간색 정지 버튼이 활성화되어 있다면 </a:t>
            </a:r>
            <a:r>
              <a:rPr lang="ko-KR" altLang="en-US" dirty="0" err="1"/>
              <a:t>톰캣이</a:t>
            </a:r>
            <a:r>
              <a:rPr lang="ko-KR" altLang="en-US" dirty="0"/>
              <a:t> 동작 중인 것</a:t>
            </a:r>
            <a:r>
              <a:rPr lang="en-US" altLang="ko-KR" dirty="0"/>
              <a:t>. </a:t>
            </a:r>
            <a:r>
              <a:rPr lang="ko-KR" altLang="en-US" dirty="0"/>
              <a:t>정지 버튼을 눌러서 </a:t>
            </a:r>
            <a:r>
              <a:rPr lang="ko-KR" altLang="en-US" dirty="0" err="1"/>
              <a:t>톰캣</a:t>
            </a:r>
            <a:r>
              <a:rPr lang="ko-KR" altLang="en-US" dirty="0"/>
              <a:t> 서버를 중지</a:t>
            </a:r>
          </a:p>
          <a:p>
            <a:pPr lvl="2" fontAlgn="base"/>
            <a:r>
              <a:rPr lang="en-US" altLang="ko-KR" dirty="0"/>
              <a:t>“</a:t>
            </a:r>
            <a:r>
              <a:rPr lang="en-US" altLang="ko-KR"/>
              <a:t>Tomcat v10.1 </a:t>
            </a:r>
            <a:r>
              <a:rPr lang="en-US" altLang="ko-KR" dirty="0"/>
              <a:t>Server...”</a:t>
            </a:r>
            <a:r>
              <a:rPr lang="ko-KR" altLang="en-US" dirty="0"/>
              <a:t>을 더블클릭한다</a:t>
            </a:r>
            <a:r>
              <a:rPr lang="en-US" altLang="ko-KR" dirty="0"/>
              <a:t>.</a:t>
            </a:r>
            <a:endParaRPr lang="ko-KR" altLang="en-US" dirty="0"/>
          </a:p>
          <a:p>
            <a:pPr lvl="2" fontAlgn="base"/>
            <a:r>
              <a:rPr lang="ko-KR" altLang="en-US" dirty="0"/>
              <a:t>위쪽 창에 “</a:t>
            </a:r>
            <a:r>
              <a:rPr lang="en-US" altLang="ko-KR" dirty="0"/>
              <a:t>Server Options” </a:t>
            </a:r>
            <a:r>
              <a:rPr lang="ko-KR" altLang="en-US" dirty="0"/>
              <a:t>파트에서 “</a:t>
            </a:r>
            <a:r>
              <a:rPr lang="en-US" altLang="ko-KR" dirty="0"/>
              <a:t>Serve modules without publishing”</a:t>
            </a:r>
            <a:r>
              <a:rPr lang="ko-KR" altLang="en-US" dirty="0"/>
              <a:t>을 클릭한 후 </a:t>
            </a:r>
            <a:r>
              <a:rPr lang="en-US" altLang="ko-KR" dirty="0" err="1"/>
              <a:t>Ctrl+S</a:t>
            </a:r>
            <a:r>
              <a:rPr lang="ko-KR" altLang="en-US" dirty="0"/>
              <a:t>로 수정 내용을 저장한다</a:t>
            </a:r>
            <a:r>
              <a:rPr lang="en-US" altLang="ko-KR" dirty="0"/>
              <a:t>. </a:t>
            </a:r>
            <a:r>
              <a:rPr lang="ko-KR" altLang="en-US" dirty="0"/>
              <a:t>체크 표시가 보이는 것이 퍼블리싱을 끈 것이다</a:t>
            </a:r>
            <a:r>
              <a:rPr lang="en-US" altLang="ko-KR" dirty="0"/>
              <a:t>.</a:t>
            </a:r>
            <a:endParaRPr lang="ko-KR" altLang="en-US" dirty="0"/>
          </a:p>
          <a:p>
            <a:pPr fontAlgn="base"/>
            <a:endParaRPr lang="en-US" altLang="ko-KR" dirty="0"/>
          </a:p>
        </p:txBody>
      </p:sp>
      <p:sp>
        <p:nvSpPr>
          <p:cNvPr id="4" name="슬라이드 번호 개체 틀 3"/>
          <p:cNvSpPr>
            <a:spLocks noGrp="1"/>
          </p:cNvSpPr>
          <p:nvPr>
            <p:ph type="sldNum" sz="quarter" idx="4"/>
          </p:nvPr>
        </p:nvSpPr>
        <p:spPr/>
        <p:txBody>
          <a:bodyPr/>
          <a:lstStyle/>
          <a:p>
            <a:fld id="{5AA8C37D-6ADA-49EE-B609-6DB056DA936F}" type="slidenum">
              <a:rPr lang="ko-KR" altLang="en-US" smtClean="0"/>
              <a:pPr/>
              <a:t>5</a:t>
            </a:fld>
            <a:endParaRPr lang="ko-KR" altLang="en-US" dirty="0"/>
          </a:p>
        </p:txBody>
      </p:sp>
    </p:spTree>
    <p:extLst>
      <p:ext uri="{BB962C8B-B14F-4D97-AF65-F5344CB8AC3E}">
        <p14:creationId xmlns:p14="http://schemas.microsoft.com/office/powerpoint/2010/main" val="1575759460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fontAlgn="base"/>
            <a:r>
              <a:rPr lang="en-US" altLang="ko-KR" dirty="0"/>
              <a:t>7.1 </a:t>
            </a:r>
            <a:r>
              <a:rPr lang="ko-KR" altLang="en-US" dirty="0"/>
              <a:t>파일 업로드</a:t>
            </a:r>
          </a:p>
        </p:txBody>
      </p:sp>
      <p:sp>
        <p:nvSpPr>
          <p:cNvPr id="3" name="내용 개체 틀 2"/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pPr fontAlgn="base"/>
            <a:r>
              <a:rPr lang="ko-KR" altLang="en-US" dirty="0"/>
              <a:t>준비 작업</a:t>
            </a:r>
            <a:endParaRPr lang="en-US" altLang="ko-KR" dirty="0"/>
          </a:p>
          <a:p>
            <a:pPr lvl="1" fontAlgn="base"/>
            <a:r>
              <a:rPr lang="ko-KR" altLang="en-US" dirty="0"/>
              <a:t>이클립스의 퍼블리싱 기능을 해제 </a:t>
            </a:r>
            <a:r>
              <a:rPr lang="en-US" altLang="ko-KR" dirty="0"/>
              <a:t>(</a:t>
            </a:r>
            <a:r>
              <a:rPr lang="ko-KR" altLang="en-US" dirty="0"/>
              <a:t>계속</a:t>
            </a:r>
            <a:r>
              <a:rPr lang="en-US" altLang="ko-KR" dirty="0"/>
              <a:t>)</a:t>
            </a:r>
          </a:p>
          <a:p>
            <a:pPr fontAlgn="base"/>
            <a:endParaRPr lang="en-US" altLang="ko-KR" dirty="0"/>
          </a:p>
        </p:txBody>
      </p:sp>
      <p:sp>
        <p:nvSpPr>
          <p:cNvPr id="4" name="슬라이드 번호 개체 틀 3"/>
          <p:cNvSpPr>
            <a:spLocks noGrp="1"/>
          </p:cNvSpPr>
          <p:nvPr>
            <p:ph type="sldNum" sz="quarter" idx="4"/>
          </p:nvPr>
        </p:nvSpPr>
        <p:spPr/>
        <p:txBody>
          <a:bodyPr/>
          <a:lstStyle/>
          <a:p>
            <a:fld id="{5AA8C37D-6ADA-49EE-B609-6DB056DA936F}" type="slidenum">
              <a:rPr lang="ko-KR" altLang="en-US" smtClean="0"/>
              <a:pPr/>
              <a:t>6</a:t>
            </a:fld>
            <a:endParaRPr lang="ko-KR" altLang="en-US" dirty="0"/>
          </a:p>
        </p:txBody>
      </p:sp>
      <p:pic>
        <p:nvPicPr>
          <p:cNvPr id="2049" name="_x301513144" descr="EMB00009c2801e7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043608" y="2636912"/>
            <a:ext cx="7417927" cy="2808312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2257620493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fontAlgn="base"/>
            <a:r>
              <a:rPr lang="en-US" altLang="ko-KR" dirty="0"/>
              <a:t>7.1 </a:t>
            </a:r>
            <a:r>
              <a:rPr lang="ko-KR" altLang="en-US" dirty="0"/>
              <a:t>파일 업로드</a:t>
            </a:r>
          </a:p>
        </p:txBody>
      </p:sp>
      <p:sp>
        <p:nvSpPr>
          <p:cNvPr id="3" name="내용 개체 틀 2"/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pPr fontAlgn="base"/>
            <a:r>
              <a:rPr lang="ko-KR" altLang="en-US" dirty="0"/>
              <a:t>준비 작업</a:t>
            </a:r>
            <a:endParaRPr lang="en-US" altLang="ko-KR" dirty="0"/>
          </a:p>
          <a:p>
            <a:pPr lvl="1" fontAlgn="base"/>
            <a:r>
              <a:rPr lang="ko-KR" altLang="en-US" dirty="0" err="1"/>
              <a:t>업로드된</a:t>
            </a:r>
            <a:r>
              <a:rPr lang="ko-KR" altLang="en-US" dirty="0"/>
              <a:t> 파일들이 들어갈 폴더를 만들기</a:t>
            </a:r>
            <a:endParaRPr lang="en-US" altLang="ko-KR" dirty="0"/>
          </a:p>
          <a:p>
            <a:pPr lvl="2" fontAlgn="base"/>
            <a:r>
              <a:rPr lang="en-US" altLang="ko-KR" dirty="0"/>
              <a:t>JSP </a:t>
            </a:r>
            <a:r>
              <a:rPr lang="ko-KR" altLang="en-US" dirty="0"/>
              <a:t>프로그램들이 있는 폴더에 업로드 파일들을 같이 저장할 수도 있지만</a:t>
            </a:r>
            <a:r>
              <a:rPr lang="en-US" altLang="ko-KR" dirty="0"/>
              <a:t>, </a:t>
            </a:r>
            <a:br>
              <a:rPr lang="en-US" altLang="ko-KR" dirty="0"/>
            </a:br>
            <a:r>
              <a:rPr lang="ko-KR" altLang="en-US" dirty="0"/>
              <a:t>그렇게 하면 나중에는 프로그램 파일과 업로드 파일이 섞여 혼란스러움</a:t>
            </a:r>
            <a:endParaRPr lang="en-US" altLang="ko-KR" dirty="0"/>
          </a:p>
          <a:p>
            <a:pPr lvl="2" fontAlgn="base"/>
            <a:r>
              <a:rPr lang="ko-KR" altLang="en-US" dirty="0"/>
              <a:t>이클립스의 </a:t>
            </a:r>
            <a:r>
              <a:rPr lang="en-US" altLang="ko-KR" dirty="0"/>
              <a:t>Project Explorer</a:t>
            </a:r>
            <a:r>
              <a:rPr lang="ko-KR" altLang="en-US" dirty="0"/>
              <a:t>에서 </a:t>
            </a:r>
            <a:r>
              <a:rPr lang="en-US" altLang="ko-KR"/>
              <a:t>webapp </a:t>
            </a:r>
            <a:r>
              <a:rPr lang="ko-KR" altLang="en-US" dirty="0"/>
              <a:t>폴더에 마우스 </a:t>
            </a:r>
            <a:r>
              <a:rPr lang="ko-KR" altLang="en-US" dirty="0" err="1"/>
              <a:t>우클릭</a:t>
            </a:r>
            <a:r>
              <a:rPr lang="ko-KR" altLang="en-US" dirty="0"/>
              <a:t> 후 </a:t>
            </a:r>
            <a:r>
              <a:rPr lang="en-US" altLang="ko-KR" dirty="0"/>
              <a:t>New &gt; Folder</a:t>
            </a:r>
            <a:r>
              <a:rPr lang="ko-KR" altLang="en-US" dirty="0"/>
              <a:t>를 선택하여 “</a:t>
            </a:r>
            <a:r>
              <a:rPr lang="en-US" altLang="ko-KR" dirty="0"/>
              <a:t>files”</a:t>
            </a:r>
            <a:r>
              <a:rPr lang="ko-KR" altLang="en-US" dirty="0"/>
              <a:t>라는 이름으로 폴더를 만든다</a:t>
            </a:r>
            <a:r>
              <a:rPr lang="en-US" altLang="ko-KR" dirty="0"/>
              <a:t>.</a:t>
            </a:r>
            <a:endParaRPr lang="ko-KR" altLang="en-US" dirty="0"/>
          </a:p>
          <a:p>
            <a:pPr fontAlgn="base"/>
            <a:endParaRPr lang="en-US" altLang="ko-KR" dirty="0"/>
          </a:p>
        </p:txBody>
      </p:sp>
      <p:sp>
        <p:nvSpPr>
          <p:cNvPr id="4" name="슬라이드 번호 개체 틀 3"/>
          <p:cNvSpPr>
            <a:spLocks noGrp="1"/>
          </p:cNvSpPr>
          <p:nvPr>
            <p:ph type="sldNum" sz="quarter" idx="4"/>
          </p:nvPr>
        </p:nvSpPr>
        <p:spPr/>
        <p:txBody>
          <a:bodyPr/>
          <a:lstStyle/>
          <a:p>
            <a:fld id="{5AA8C37D-6ADA-49EE-B609-6DB056DA936F}" type="slidenum">
              <a:rPr lang="ko-KR" altLang="en-US" smtClean="0"/>
              <a:pPr/>
              <a:t>7</a:t>
            </a:fld>
            <a:endParaRPr lang="ko-KR" altLang="en-US" dirty="0"/>
          </a:p>
        </p:txBody>
      </p:sp>
      <p:pic>
        <p:nvPicPr>
          <p:cNvPr id="8" name="그림 7">
            <a:extLst>
              <a:ext uri="{FF2B5EF4-FFF2-40B4-BE49-F238E27FC236}">
                <a16:creationId xmlns:a16="http://schemas.microsoft.com/office/drawing/2014/main" id="{5E257AA9-FF9F-454B-9AC9-F8102D336522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619673" y="3707314"/>
            <a:ext cx="5832648" cy="285170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520551426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fontAlgn="base"/>
            <a:r>
              <a:rPr lang="en-US" altLang="ko-KR" dirty="0"/>
              <a:t>7.1 </a:t>
            </a:r>
            <a:r>
              <a:rPr lang="ko-KR" altLang="en-US" dirty="0"/>
              <a:t>파일 업로드</a:t>
            </a:r>
          </a:p>
        </p:txBody>
      </p:sp>
      <p:sp>
        <p:nvSpPr>
          <p:cNvPr id="3" name="내용 개체 틀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ko-KR" altLang="en-US" dirty="0"/>
              <a:t>파일 업로드 폼</a:t>
            </a:r>
          </a:p>
          <a:p>
            <a:endParaRPr lang="ko-KR" altLang="en-US" dirty="0"/>
          </a:p>
        </p:txBody>
      </p:sp>
      <p:sp>
        <p:nvSpPr>
          <p:cNvPr id="4" name="슬라이드 번호 개체 틀 3"/>
          <p:cNvSpPr>
            <a:spLocks noGrp="1"/>
          </p:cNvSpPr>
          <p:nvPr>
            <p:ph type="sldNum" sz="quarter" idx="4"/>
          </p:nvPr>
        </p:nvSpPr>
        <p:spPr/>
        <p:txBody>
          <a:bodyPr/>
          <a:lstStyle/>
          <a:p>
            <a:fld id="{5AA8C37D-6ADA-49EE-B609-6DB056DA936F}" type="slidenum">
              <a:rPr lang="ko-KR" altLang="en-US" smtClean="0"/>
              <a:pPr/>
              <a:t>8</a:t>
            </a:fld>
            <a:endParaRPr lang="ko-KR" altLang="en-US" dirty="0"/>
          </a:p>
        </p:txBody>
      </p:sp>
      <p:sp>
        <p:nvSpPr>
          <p:cNvPr id="8" name="직사각형 7">
            <a:extLst>
              <a:ext uri="{FF2B5EF4-FFF2-40B4-BE49-F238E27FC236}">
                <a16:creationId xmlns:a16="http://schemas.microsoft.com/office/drawing/2014/main" id="{A543F91A-4A44-48D6-91A7-2A0EAF615EDA}"/>
              </a:ext>
            </a:extLst>
          </p:cNvPr>
          <p:cNvSpPr/>
          <p:nvPr/>
        </p:nvSpPr>
        <p:spPr>
          <a:xfrm>
            <a:off x="905086" y="1988840"/>
            <a:ext cx="7333828" cy="4211987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fontAlgn="base">
              <a:lnSpc>
                <a:spcPct val="120000"/>
              </a:lnSpc>
            </a:pPr>
            <a:r>
              <a:rPr lang="en-US" altLang="ko-KR" sz="1400" dirty="0">
                <a:latin typeface="D2Coding" panose="020B0609020101020101" pitchFamily="49" charset="-127"/>
                <a:ea typeface="D2Coding" panose="020B0609020101020101" pitchFamily="49" charset="-127"/>
                <a:cs typeface="Consolas" panose="020B0609020204030204" pitchFamily="49" charset="0"/>
              </a:rPr>
              <a:t>[</a:t>
            </a:r>
            <a:r>
              <a:rPr lang="ko-KR" altLang="en-US" sz="1400" dirty="0">
                <a:latin typeface="D2Coding" panose="020B0609020101020101" pitchFamily="49" charset="-127"/>
                <a:ea typeface="D2Coding" panose="020B0609020101020101" pitchFamily="49" charset="-127"/>
                <a:cs typeface="Consolas" panose="020B0609020204030204" pitchFamily="49" charset="0"/>
              </a:rPr>
              <a:t>예제 </a:t>
            </a:r>
            <a:r>
              <a:rPr lang="en-US" altLang="ko-KR" sz="1400" dirty="0">
                <a:latin typeface="D2Coding" panose="020B0609020101020101" pitchFamily="49" charset="-127"/>
                <a:ea typeface="D2Coding" panose="020B0609020101020101" pitchFamily="49" charset="-127"/>
                <a:cs typeface="Consolas" panose="020B0609020204030204" pitchFamily="49" charset="0"/>
              </a:rPr>
              <a:t>7-1] </a:t>
            </a:r>
            <a:r>
              <a:rPr lang="ko-KR" altLang="en-US" sz="1400" dirty="0">
                <a:latin typeface="D2Coding" panose="020B0609020101020101" pitchFamily="49" charset="-127"/>
                <a:ea typeface="D2Coding" panose="020B0609020101020101" pitchFamily="49" charset="-127"/>
                <a:cs typeface="Consolas" panose="020B0609020204030204" pitchFamily="49" charset="0"/>
              </a:rPr>
              <a:t>파일 업로드를 위한 폼 </a:t>
            </a:r>
            <a:r>
              <a:rPr lang="en-US" altLang="ko-KR" sz="1400" dirty="0">
                <a:latin typeface="D2Coding" panose="020B0609020101020101" pitchFamily="49" charset="-127"/>
                <a:ea typeface="D2Coding" panose="020B0609020101020101" pitchFamily="49" charset="-127"/>
                <a:cs typeface="Consolas" panose="020B0609020204030204" pitchFamily="49" charset="0"/>
              </a:rPr>
              <a:t>(7-1.html)</a:t>
            </a:r>
          </a:p>
          <a:p>
            <a:pPr fontAlgn="base">
              <a:lnSpc>
                <a:spcPct val="120000"/>
              </a:lnSpc>
            </a:pPr>
            <a:r>
              <a:rPr lang="en-US" altLang="ko-KR" sz="1400" dirty="0">
                <a:latin typeface="D2Coding" panose="020B0609020101020101" pitchFamily="49" charset="-127"/>
                <a:ea typeface="D2Coding" panose="020B0609020101020101" pitchFamily="49" charset="-127"/>
                <a:cs typeface="Consolas" panose="020B0609020204030204" pitchFamily="49" charset="0"/>
              </a:rPr>
              <a:t>  1: &lt;!</a:t>
            </a:r>
            <a:r>
              <a:rPr lang="en-US" altLang="ko-KR" sz="1400" dirty="0" err="1">
                <a:latin typeface="D2Coding" panose="020B0609020101020101" pitchFamily="49" charset="-127"/>
                <a:ea typeface="D2Coding" panose="020B0609020101020101" pitchFamily="49" charset="-127"/>
                <a:cs typeface="Consolas" panose="020B0609020204030204" pitchFamily="49" charset="0"/>
              </a:rPr>
              <a:t>doctype</a:t>
            </a:r>
            <a:r>
              <a:rPr lang="en-US" altLang="ko-KR" sz="1400" dirty="0">
                <a:latin typeface="D2Coding" panose="020B0609020101020101" pitchFamily="49" charset="-127"/>
                <a:ea typeface="D2Coding" panose="020B0609020101020101" pitchFamily="49" charset="-127"/>
                <a:cs typeface="Consolas" panose="020B0609020204030204" pitchFamily="49" charset="0"/>
              </a:rPr>
              <a:t> html&gt;</a:t>
            </a:r>
          </a:p>
          <a:p>
            <a:pPr fontAlgn="base">
              <a:lnSpc>
                <a:spcPct val="120000"/>
              </a:lnSpc>
            </a:pPr>
            <a:r>
              <a:rPr lang="en-US" altLang="ko-KR" sz="1400" dirty="0">
                <a:latin typeface="D2Coding" panose="020B0609020101020101" pitchFamily="49" charset="-127"/>
                <a:ea typeface="D2Coding" panose="020B0609020101020101" pitchFamily="49" charset="-127"/>
                <a:cs typeface="Consolas" panose="020B0609020204030204" pitchFamily="49" charset="0"/>
              </a:rPr>
              <a:t>  2: &lt;html&gt;</a:t>
            </a:r>
          </a:p>
          <a:p>
            <a:pPr fontAlgn="base">
              <a:lnSpc>
                <a:spcPct val="120000"/>
              </a:lnSpc>
            </a:pPr>
            <a:r>
              <a:rPr lang="en-US" altLang="ko-KR" sz="1400" dirty="0">
                <a:latin typeface="D2Coding" panose="020B0609020101020101" pitchFamily="49" charset="-127"/>
                <a:ea typeface="D2Coding" panose="020B0609020101020101" pitchFamily="49" charset="-127"/>
                <a:cs typeface="Consolas" panose="020B0609020204030204" pitchFamily="49" charset="0"/>
              </a:rPr>
              <a:t>  3: &lt;head&gt;</a:t>
            </a:r>
          </a:p>
          <a:p>
            <a:pPr fontAlgn="base">
              <a:lnSpc>
                <a:spcPct val="120000"/>
              </a:lnSpc>
            </a:pPr>
            <a:r>
              <a:rPr lang="en-US" altLang="ko-KR" sz="1400" dirty="0">
                <a:latin typeface="D2Coding" panose="020B0609020101020101" pitchFamily="49" charset="-127"/>
                <a:ea typeface="D2Coding" panose="020B0609020101020101" pitchFamily="49" charset="-127"/>
                <a:cs typeface="Consolas" panose="020B0609020204030204" pitchFamily="49" charset="0"/>
              </a:rPr>
              <a:t>  4:     &lt;meta charset="utf-8"&gt;</a:t>
            </a:r>
          </a:p>
          <a:p>
            <a:pPr fontAlgn="base">
              <a:lnSpc>
                <a:spcPct val="120000"/>
              </a:lnSpc>
            </a:pPr>
            <a:r>
              <a:rPr lang="en-US" altLang="ko-KR" sz="1400" dirty="0">
                <a:latin typeface="D2Coding" panose="020B0609020101020101" pitchFamily="49" charset="-127"/>
                <a:ea typeface="D2Coding" panose="020B0609020101020101" pitchFamily="49" charset="-127"/>
                <a:cs typeface="Consolas" panose="020B0609020204030204" pitchFamily="49" charset="0"/>
              </a:rPr>
              <a:t>  5: &lt;/head&gt;</a:t>
            </a:r>
          </a:p>
          <a:p>
            <a:pPr fontAlgn="base">
              <a:lnSpc>
                <a:spcPct val="120000"/>
              </a:lnSpc>
            </a:pPr>
            <a:r>
              <a:rPr lang="en-US" altLang="ko-KR" sz="1400" dirty="0">
                <a:latin typeface="D2Coding" panose="020B0609020101020101" pitchFamily="49" charset="-127"/>
                <a:ea typeface="D2Coding" panose="020B0609020101020101" pitchFamily="49" charset="-127"/>
                <a:cs typeface="Consolas" panose="020B0609020204030204" pitchFamily="49" charset="0"/>
              </a:rPr>
              <a:t>  6: &lt;body&gt;</a:t>
            </a:r>
          </a:p>
          <a:p>
            <a:pPr fontAlgn="base">
              <a:lnSpc>
                <a:spcPct val="120000"/>
              </a:lnSpc>
            </a:pPr>
            <a:r>
              <a:rPr lang="en-US" altLang="ko-KR" sz="1400" dirty="0">
                <a:latin typeface="D2Coding" panose="020B0609020101020101" pitchFamily="49" charset="-127"/>
                <a:ea typeface="D2Coding" panose="020B0609020101020101" pitchFamily="49" charset="-127"/>
                <a:cs typeface="Consolas" panose="020B0609020204030204" pitchFamily="49" charset="0"/>
              </a:rPr>
              <a:t>  7:     </a:t>
            </a:r>
          </a:p>
          <a:p>
            <a:pPr fontAlgn="base">
              <a:lnSpc>
                <a:spcPct val="120000"/>
              </a:lnSpc>
            </a:pPr>
            <a:r>
              <a:rPr lang="en-US" altLang="ko-KR" sz="1400" dirty="0">
                <a:latin typeface="D2Coding" panose="020B0609020101020101" pitchFamily="49" charset="-127"/>
                <a:ea typeface="D2Coding" panose="020B0609020101020101" pitchFamily="49" charset="-127"/>
                <a:cs typeface="Consolas" panose="020B0609020204030204" pitchFamily="49" charset="0"/>
              </a:rPr>
              <a:t>  8: &lt;form action="7-2.jsp" method="post" </a:t>
            </a:r>
            <a:r>
              <a:rPr lang="en-US" altLang="ko-KR" sz="1400" dirty="0" err="1">
                <a:latin typeface="D2Coding" panose="020B0609020101020101" pitchFamily="49" charset="-127"/>
                <a:ea typeface="D2Coding" panose="020B0609020101020101" pitchFamily="49" charset="-127"/>
                <a:cs typeface="Consolas" panose="020B0609020204030204" pitchFamily="49" charset="0"/>
              </a:rPr>
              <a:t>enctype</a:t>
            </a:r>
            <a:r>
              <a:rPr lang="en-US" altLang="ko-KR" sz="1400" dirty="0">
                <a:latin typeface="D2Coding" panose="020B0609020101020101" pitchFamily="49" charset="-127"/>
                <a:ea typeface="D2Coding" panose="020B0609020101020101" pitchFamily="49" charset="-127"/>
                <a:cs typeface="Consolas" panose="020B0609020204030204" pitchFamily="49" charset="0"/>
              </a:rPr>
              <a:t>="multipart/form-data"&gt;</a:t>
            </a:r>
          </a:p>
          <a:p>
            <a:pPr fontAlgn="base">
              <a:lnSpc>
                <a:spcPct val="120000"/>
              </a:lnSpc>
            </a:pPr>
            <a:r>
              <a:rPr lang="en-US" altLang="ko-KR" sz="1400" dirty="0">
                <a:latin typeface="D2Coding" panose="020B0609020101020101" pitchFamily="49" charset="-127"/>
                <a:ea typeface="D2Coding" panose="020B0609020101020101" pitchFamily="49" charset="-127"/>
                <a:cs typeface="Consolas" panose="020B0609020204030204" pitchFamily="49" charset="0"/>
              </a:rPr>
              <a:t>  9:     </a:t>
            </a:r>
            <a:r>
              <a:rPr lang="ko-KR" altLang="en-US" sz="1400" dirty="0">
                <a:latin typeface="D2Coding" panose="020B0609020101020101" pitchFamily="49" charset="-127"/>
                <a:ea typeface="D2Coding" panose="020B0609020101020101" pitchFamily="49" charset="-127"/>
                <a:cs typeface="Consolas" panose="020B0609020204030204" pitchFamily="49" charset="0"/>
              </a:rPr>
              <a:t>업로드할 파일을 선택하세요</a:t>
            </a:r>
            <a:r>
              <a:rPr lang="en-US" altLang="ko-KR" sz="1400" dirty="0">
                <a:latin typeface="D2Coding" panose="020B0609020101020101" pitchFamily="49" charset="-127"/>
                <a:ea typeface="D2Coding" panose="020B0609020101020101" pitchFamily="49" charset="-127"/>
                <a:cs typeface="Consolas" panose="020B0609020204030204" pitchFamily="49" charset="0"/>
              </a:rPr>
              <a:t>.&lt;</a:t>
            </a:r>
            <a:r>
              <a:rPr lang="en-US" altLang="ko-KR" sz="1400" dirty="0" err="1">
                <a:latin typeface="D2Coding" panose="020B0609020101020101" pitchFamily="49" charset="-127"/>
                <a:ea typeface="D2Coding" panose="020B0609020101020101" pitchFamily="49" charset="-127"/>
                <a:cs typeface="Consolas" panose="020B0609020204030204" pitchFamily="49" charset="0"/>
              </a:rPr>
              <a:t>br</a:t>
            </a:r>
            <a:r>
              <a:rPr lang="en-US" altLang="ko-KR" sz="1400" dirty="0">
                <a:latin typeface="D2Coding" panose="020B0609020101020101" pitchFamily="49" charset="-127"/>
                <a:ea typeface="D2Coding" panose="020B0609020101020101" pitchFamily="49" charset="-127"/>
                <a:cs typeface="Consolas" panose="020B0609020204030204" pitchFamily="49" charset="0"/>
              </a:rPr>
              <a:t>&gt;</a:t>
            </a:r>
          </a:p>
          <a:p>
            <a:pPr fontAlgn="base">
              <a:lnSpc>
                <a:spcPct val="120000"/>
              </a:lnSpc>
            </a:pPr>
            <a:r>
              <a:rPr lang="en-US" altLang="ko-KR" sz="1400" dirty="0">
                <a:latin typeface="D2Coding" panose="020B0609020101020101" pitchFamily="49" charset="-127"/>
                <a:ea typeface="D2Coding" panose="020B0609020101020101" pitchFamily="49" charset="-127"/>
                <a:cs typeface="Consolas" panose="020B0609020204030204" pitchFamily="49" charset="0"/>
              </a:rPr>
              <a:t> 10:     &lt;input </a:t>
            </a:r>
            <a:r>
              <a:rPr lang="en-US" altLang="ko-KR" sz="1400" b="1" u="sng" dirty="0">
                <a:solidFill>
                  <a:srgbClr val="FF0000"/>
                </a:solidFill>
                <a:latin typeface="D2Coding" panose="020B0609020101020101" pitchFamily="49" charset="-127"/>
                <a:ea typeface="D2Coding" panose="020B0609020101020101" pitchFamily="49" charset="-127"/>
                <a:cs typeface="Consolas" panose="020B0609020204030204" pitchFamily="49" charset="0"/>
              </a:rPr>
              <a:t>type="file"</a:t>
            </a:r>
            <a:r>
              <a:rPr lang="en-US" altLang="ko-KR" sz="1400" dirty="0">
                <a:latin typeface="D2Coding" panose="020B0609020101020101" pitchFamily="49" charset="-127"/>
                <a:ea typeface="D2Coding" panose="020B0609020101020101" pitchFamily="49" charset="-127"/>
                <a:cs typeface="Consolas" panose="020B0609020204030204" pitchFamily="49" charset="0"/>
              </a:rPr>
              <a:t> name="upload"&gt;&lt;</a:t>
            </a:r>
            <a:r>
              <a:rPr lang="en-US" altLang="ko-KR" sz="1400" dirty="0" err="1">
                <a:latin typeface="D2Coding" panose="020B0609020101020101" pitchFamily="49" charset="-127"/>
                <a:ea typeface="D2Coding" panose="020B0609020101020101" pitchFamily="49" charset="-127"/>
                <a:cs typeface="Consolas" panose="020B0609020204030204" pitchFamily="49" charset="0"/>
              </a:rPr>
              <a:t>br</a:t>
            </a:r>
            <a:r>
              <a:rPr lang="en-US" altLang="ko-KR" sz="1400" dirty="0">
                <a:latin typeface="D2Coding" panose="020B0609020101020101" pitchFamily="49" charset="-127"/>
                <a:ea typeface="D2Coding" panose="020B0609020101020101" pitchFamily="49" charset="-127"/>
                <a:cs typeface="Consolas" panose="020B0609020204030204" pitchFamily="49" charset="0"/>
              </a:rPr>
              <a:t>&gt;</a:t>
            </a:r>
          </a:p>
          <a:p>
            <a:pPr fontAlgn="base">
              <a:lnSpc>
                <a:spcPct val="120000"/>
              </a:lnSpc>
            </a:pPr>
            <a:r>
              <a:rPr lang="en-US" altLang="ko-KR" sz="1400" dirty="0">
                <a:latin typeface="D2Coding" panose="020B0609020101020101" pitchFamily="49" charset="-127"/>
                <a:ea typeface="D2Coding" panose="020B0609020101020101" pitchFamily="49" charset="-127"/>
                <a:cs typeface="Consolas" panose="020B0609020204030204" pitchFamily="49" charset="0"/>
              </a:rPr>
              <a:t> 11:     &lt;input type="submit" value="</a:t>
            </a:r>
            <a:r>
              <a:rPr lang="ko-KR" altLang="en-US" sz="1400" dirty="0">
                <a:latin typeface="D2Coding" panose="020B0609020101020101" pitchFamily="49" charset="-127"/>
                <a:ea typeface="D2Coding" panose="020B0609020101020101" pitchFamily="49" charset="-127"/>
                <a:cs typeface="Consolas" panose="020B0609020204030204" pitchFamily="49" charset="0"/>
              </a:rPr>
              <a:t>업로드</a:t>
            </a:r>
            <a:r>
              <a:rPr lang="en-US" altLang="ko-KR" sz="1400" dirty="0">
                <a:latin typeface="D2Coding" panose="020B0609020101020101" pitchFamily="49" charset="-127"/>
                <a:ea typeface="D2Coding" panose="020B0609020101020101" pitchFamily="49" charset="-127"/>
                <a:cs typeface="Consolas" panose="020B0609020204030204" pitchFamily="49" charset="0"/>
              </a:rPr>
              <a:t>"&gt;</a:t>
            </a:r>
          </a:p>
          <a:p>
            <a:pPr fontAlgn="base">
              <a:lnSpc>
                <a:spcPct val="120000"/>
              </a:lnSpc>
            </a:pPr>
            <a:r>
              <a:rPr lang="en-US" altLang="ko-KR" sz="1400" dirty="0">
                <a:latin typeface="D2Coding" panose="020B0609020101020101" pitchFamily="49" charset="-127"/>
                <a:ea typeface="D2Coding" panose="020B0609020101020101" pitchFamily="49" charset="-127"/>
                <a:cs typeface="Consolas" panose="020B0609020204030204" pitchFamily="49" charset="0"/>
              </a:rPr>
              <a:t> 12: &lt;/form&gt;</a:t>
            </a:r>
          </a:p>
          <a:p>
            <a:pPr fontAlgn="base">
              <a:lnSpc>
                <a:spcPct val="120000"/>
              </a:lnSpc>
            </a:pPr>
            <a:r>
              <a:rPr lang="en-US" altLang="ko-KR" sz="1400" dirty="0">
                <a:latin typeface="D2Coding" panose="020B0609020101020101" pitchFamily="49" charset="-127"/>
                <a:ea typeface="D2Coding" panose="020B0609020101020101" pitchFamily="49" charset="-127"/>
                <a:cs typeface="Consolas" panose="020B0609020204030204" pitchFamily="49" charset="0"/>
              </a:rPr>
              <a:t> 13: </a:t>
            </a:r>
          </a:p>
          <a:p>
            <a:pPr fontAlgn="base">
              <a:lnSpc>
                <a:spcPct val="120000"/>
              </a:lnSpc>
            </a:pPr>
            <a:r>
              <a:rPr lang="en-US" altLang="ko-KR" sz="1400" dirty="0">
                <a:latin typeface="D2Coding" panose="020B0609020101020101" pitchFamily="49" charset="-127"/>
                <a:ea typeface="D2Coding" panose="020B0609020101020101" pitchFamily="49" charset="-127"/>
                <a:cs typeface="Consolas" panose="020B0609020204030204" pitchFamily="49" charset="0"/>
              </a:rPr>
              <a:t> 14: &lt;/body&gt;</a:t>
            </a:r>
          </a:p>
          <a:p>
            <a:pPr fontAlgn="base">
              <a:lnSpc>
                <a:spcPct val="120000"/>
              </a:lnSpc>
            </a:pPr>
            <a:r>
              <a:rPr lang="en-US" altLang="ko-KR" sz="1400" dirty="0">
                <a:latin typeface="D2Coding" panose="020B0609020101020101" pitchFamily="49" charset="-127"/>
                <a:ea typeface="D2Coding" panose="020B0609020101020101" pitchFamily="49" charset="-127"/>
                <a:cs typeface="Consolas" panose="020B0609020204030204" pitchFamily="49" charset="0"/>
              </a:rPr>
              <a:t> 15: &lt;/html&gt; </a:t>
            </a:r>
          </a:p>
        </p:txBody>
      </p:sp>
      <p:pic>
        <p:nvPicPr>
          <p:cNvPr id="3073" name="_x301515088" descr="EMB00009c2801e8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5940152" y="4869160"/>
            <a:ext cx="2678469" cy="1008112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6" name="설명선 1 5"/>
          <p:cNvSpPr/>
          <p:nvPr/>
        </p:nvSpPr>
        <p:spPr>
          <a:xfrm>
            <a:off x="5436096" y="1340768"/>
            <a:ext cx="2802818" cy="720080"/>
          </a:xfrm>
          <a:prstGeom prst="borderCallout1">
            <a:avLst>
              <a:gd name="adj1" fmla="val 70936"/>
              <a:gd name="adj2" fmla="val 158"/>
              <a:gd name="adj3" fmla="val 371690"/>
              <a:gd name="adj4" fmla="val -39227"/>
            </a:avLst>
          </a:prstGeom>
          <a:solidFill>
            <a:srgbClr val="0070C0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fontAlgn="base"/>
            <a:r>
              <a:rPr lang="ko-KR" altLang="en-US" sz="1400" dirty="0"/>
              <a:t>전송 방식이 </a:t>
            </a:r>
            <a:r>
              <a:rPr lang="en-US" altLang="ko-KR" sz="1400" dirty="0"/>
              <a:t>POST</a:t>
            </a:r>
            <a:r>
              <a:rPr lang="ko-KR" altLang="en-US" sz="1400" dirty="0"/>
              <a:t>이어야 한다</a:t>
            </a:r>
            <a:r>
              <a:rPr lang="en-US" altLang="ko-KR" sz="1400" dirty="0"/>
              <a:t>. GET </a:t>
            </a:r>
            <a:r>
              <a:rPr lang="ko-KR" altLang="en-US" sz="1400" dirty="0"/>
              <a:t>방식을 쓰면 파일 내용이 아니라 파일명만 전송된다</a:t>
            </a:r>
            <a:r>
              <a:rPr lang="en-US" altLang="ko-KR" sz="1400" dirty="0"/>
              <a:t>.</a:t>
            </a:r>
            <a:endParaRPr lang="ko-KR" altLang="en-US" sz="1400" dirty="0"/>
          </a:p>
        </p:txBody>
      </p:sp>
      <p:sp>
        <p:nvSpPr>
          <p:cNvPr id="10" name="설명선 1 9"/>
          <p:cNvSpPr/>
          <p:nvPr/>
        </p:nvSpPr>
        <p:spPr>
          <a:xfrm>
            <a:off x="5940152" y="2384884"/>
            <a:ext cx="2802818" cy="1044116"/>
          </a:xfrm>
          <a:prstGeom prst="borderCallout1">
            <a:avLst>
              <a:gd name="adj1" fmla="val 102128"/>
              <a:gd name="adj2" fmla="val 51106"/>
              <a:gd name="adj3" fmla="val 160547"/>
              <a:gd name="adj4" fmla="val 23787"/>
            </a:avLst>
          </a:prstGeom>
          <a:solidFill>
            <a:srgbClr val="0070C0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fontAlgn="base"/>
            <a:r>
              <a:rPr lang="en-US" altLang="ko-KR" sz="1400" dirty="0" err="1"/>
              <a:t>enctype</a:t>
            </a:r>
            <a:r>
              <a:rPr lang="en-US" altLang="ko-KR" sz="1400" dirty="0"/>
              <a:t> </a:t>
            </a:r>
            <a:r>
              <a:rPr lang="ko-KR" altLang="en-US" sz="1400" dirty="0"/>
              <a:t>속성은 폼을 전송할 때 사용할 </a:t>
            </a:r>
            <a:r>
              <a:rPr lang="ko-KR" altLang="en-US" sz="1400" dirty="0" err="1"/>
              <a:t>인코딩</a:t>
            </a:r>
            <a:r>
              <a:rPr lang="ko-KR" altLang="en-US" sz="1400" dirty="0"/>
              <a:t> 방법을 지정한다</a:t>
            </a:r>
            <a:r>
              <a:rPr lang="en-US" altLang="ko-KR" sz="1400" dirty="0"/>
              <a:t>. </a:t>
            </a:r>
          </a:p>
          <a:p>
            <a:pPr fontAlgn="base"/>
            <a:r>
              <a:rPr lang="ko-KR" altLang="en-US" sz="1400" dirty="0"/>
              <a:t>이 속성이 “</a:t>
            </a:r>
            <a:r>
              <a:rPr lang="en-US" altLang="ko-KR" sz="1400" dirty="0"/>
              <a:t>multipart/form-data”</a:t>
            </a:r>
            <a:r>
              <a:rPr lang="ko-KR" altLang="en-US" sz="1400" dirty="0"/>
              <a:t>가 아니어도 파일명만 전송된다</a:t>
            </a:r>
            <a:r>
              <a:rPr lang="en-US" altLang="ko-KR" sz="1400" dirty="0"/>
              <a:t>.</a:t>
            </a:r>
            <a:endParaRPr lang="ko-KR" altLang="en-US" sz="1400" dirty="0"/>
          </a:p>
        </p:txBody>
      </p:sp>
    </p:spTree>
    <p:extLst>
      <p:ext uri="{BB962C8B-B14F-4D97-AF65-F5344CB8AC3E}">
        <p14:creationId xmlns:p14="http://schemas.microsoft.com/office/powerpoint/2010/main" val="832618709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fontAlgn="base"/>
            <a:r>
              <a:rPr lang="en-US" altLang="ko-KR" dirty="0"/>
              <a:t>7.1 </a:t>
            </a:r>
            <a:r>
              <a:rPr lang="ko-KR" altLang="en-US" dirty="0"/>
              <a:t>파일 업로드</a:t>
            </a:r>
          </a:p>
        </p:txBody>
      </p:sp>
      <p:sp>
        <p:nvSpPr>
          <p:cNvPr id="3" name="내용 개체 틀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fontAlgn="base"/>
            <a:r>
              <a:rPr lang="ko-KR" altLang="en-US" dirty="0"/>
              <a:t>업로드 파일 처리</a:t>
            </a:r>
          </a:p>
        </p:txBody>
      </p:sp>
      <p:sp>
        <p:nvSpPr>
          <p:cNvPr id="4" name="슬라이드 번호 개체 틀 3"/>
          <p:cNvSpPr>
            <a:spLocks noGrp="1"/>
          </p:cNvSpPr>
          <p:nvPr>
            <p:ph type="sldNum" sz="quarter" idx="4"/>
          </p:nvPr>
        </p:nvSpPr>
        <p:spPr/>
        <p:txBody>
          <a:bodyPr/>
          <a:lstStyle/>
          <a:p>
            <a:fld id="{5AA8C37D-6ADA-49EE-B609-6DB056DA936F}" type="slidenum">
              <a:rPr lang="ko-KR" altLang="en-US" smtClean="0"/>
              <a:pPr/>
              <a:t>9</a:t>
            </a:fld>
            <a:endParaRPr lang="ko-KR" altLang="en-US" dirty="0"/>
          </a:p>
        </p:txBody>
      </p:sp>
      <p:sp>
        <p:nvSpPr>
          <p:cNvPr id="8" name="직사각형 7">
            <a:extLst>
              <a:ext uri="{FF2B5EF4-FFF2-40B4-BE49-F238E27FC236}">
                <a16:creationId xmlns:a16="http://schemas.microsoft.com/office/drawing/2014/main" id="{A543F91A-4A44-48D6-91A7-2A0EAF615EDA}"/>
              </a:ext>
            </a:extLst>
          </p:cNvPr>
          <p:cNvSpPr/>
          <p:nvPr/>
        </p:nvSpPr>
        <p:spPr>
          <a:xfrm>
            <a:off x="662880" y="1700808"/>
            <a:ext cx="8229600" cy="3953455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fontAlgn="base">
              <a:lnSpc>
                <a:spcPct val="120000"/>
              </a:lnSpc>
            </a:pPr>
            <a:r>
              <a:rPr lang="en-US" altLang="ko-KR" sz="1400" dirty="0">
                <a:latin typeface="D2Coding" panose="020B0609020101020101" pitchFamily="49" charset="-127"/>
                <a:ea typeface="D2Coding" panose="020B0609020101020101" pitchFamily="49" charset="-127"/>
                <a:cs typeface="Consolas" panose="020B0609020204030204" pitchFamily="49" charset="0"/>
              </a:rPr>
              <a:t>[</a:t>
            </a:r>
            <a:r>
              <a:rPr lang="ko-KR" altLang="en-US" sz="1400" dirty="0">
                <a:latin typeface="D2Coding" panose="020B0609020101020101" pitchFamily="49" charset="-127"/>
                <a:ea typeface="D2Coding" panose="020B0609020101020101" pitchFamily="49" charset="-127"/>
                <a:cs typeface="Consolas" panose="020B0609020204030204" pitchFamily="49" charset="0"/>
              </a:rPr>
              <a:t>예제 </a:t>
            </a:r>
            <a:r>
              <a:rPr lang="en-US" altLang="ko-KR" sz="1400" dirty="0">
                <a:latin typeface="D2Coding" panose="020B0609020101020101" pitchFamily="49" charset="-127"/>
                <a:ea typeface="D2Coding" panose="020B0609020101020101" pitchFamily="49" charset="-127"/>
                <a:cs typeface="Consolas" panose="020B0609020204030204" pitchFamily="49" charset="0"/>
              </a:rPr>
              <a:t>7-2] </a:t>
            </a:r>
            <a:r>
              <a:rPr lang="ko-KR" altLang="en-US" sz="1400" dirty="0">
                <a:latin typeface="D2Coding" panose="020B0609020101020101" pitchFamily="49" charset="-127"/>
                <a:ea typeface="D2Coding" panose="020B0609020101020101" pitchFamily="49" charset="-127"/>
                <a:cs typeface="Consolas" panose="020B0609020204030204" pitchFamily="49" charset="0"/>
              </a:rPr>
              <a:t>파일 업로드를 처리하는 프로그램 </a:t>
            </a:r>
            <a:r>
              <a:rPr lang="en-US" altLang="ko-KR" sz="1400" dirty="0">
                <a:latin typeface="D2Coding" panose="020B0609020101020101" pitchFamily="49" charset="-127"/>
                <a:ea typeface="D2Coding" panose="020B0609020101020101" pitchFamily="49" charset="-127"/>
                <a:cs typeface="Consolas" panose="020B0609020204030204" pitchFamily="49" charset="0"/>
              </a:rPr>
              <a:t>(7-2.jsp)</a:t>
            </a:r>
          </a:p>
          <a:p>
            <a:pPr fontAlgn="base">
              <a:lnSpc>
                <a:spcPct val="120000"/>
              </a:lnSpc>
            </a:pPr>
            <a:r>
              <a:rPr lang="en-US" altLang="ko-KR" sz="1400" dirty="0">
                <a:latin typeface="D2Coding" panose="020B0609020101020101" pitchFamily="49" charset="-127"/>
                <a:ea typeface="D2Coding" panose="020B0609020101020101" pitchFamily="49" charset="-127"/>
                <a:cs typeface="Consolas" panose="020B0609020204030204" pitchFamily="49" charset="0"/>
              </a:rPr>
              <a:t>  1: &lt;%@ page language="java" </a:t>
            </a:r>
            <a:r>
              <a:rPr lang="en-US" altLang="ko-KR" sz="1400" dirty="0" err="1">
                <a:latin typeface="D2Coding" panose="020B0609020101020101" pitchFamily="49" charset="-127"/>
                <a:ea typeface="D2Coding" panose="020B0609020101020101" pitchFamily="49" charset="-127"/>
                <a:cs typeface="Consolas" panose="020B0609020204030204" pitchFamily="49" charset="0"/>
              </a:rPr>
              <a:t>contentType</a:t>
            </a:r>
            <a:r>
              <a:rPr lang="en-US" altLang="ko-KR" sz="1400" dirty="0">
                <a:latin typeface="D2Coding" panose="020B0609020101020101" pitchFamily="49" charset="-127"/>
                <a:ea typeface="D2Coding" panose="020B0609020101020101" pitchFamily="49" charset="-127"/>
                <a:cs typeface="Consolas" panose="020B0609020204030204" pitchFamily="49" charset="0"/>
              </a:rPr>
              <a:t>="text/html; charset=UTF-8"</a:t>
            </a:r>
          </a:p>
          <a:p>
            <a:pPr fontAlgn="base">
              <a:lnSpc>
                <a:spcPct val="120000"/>
              </a:lnSpc>
            </a:pPr>
            <a:r>
              <a:rPr lang="en-US" altLang="ko-KR" sz="1400" dirty="0">
                <a:latin typeface="D2Coding" panose="020B0609020101020101" pitchFamily="49" charset="-127"/>
                <a:ea typeface="D2Coding" panose="020B0609020101020101" pitchFamily="49" charset="-127"/>
                <a:cs typeface="Consolas" panose="020B0609020204030204" pitchFamily="49" charset="0"/>
              </a:rPr>
              <a:t>  2:     </a:t>
            </a:r>
            <a:r>
              <a:rPr lang="en-US" altLang="ko-KR" sz="1400" dirty="0" err="1">
                <a:latin typeface="D2Coding" panose="020B0609020101020101" pitchFamily="49" charset="-127"/>
                <a:ea typeface="D2Coding" panose="020B0609020101020101" pitchFamily="49" charset="-127"/>
                <a:cs typeface="Consolas" panose="020B0609020204030204" pitchFamily="49" charset="0"/>
              </a:rPr>
              <a:t>pageEncoding</a:t>
            </a:r>
            <a:r>
              <a:rPr lang="en-US" altLang="ko-KR" sz="1400" dirty="0">
                <a:latin typeface="D2Coding" panose="020B0609020101020101" pitchFamily="49" charset="-127"/>
                <a:ea typeface="D2Coding" panose="020B0609020101020101" pitchFamily="49" charset="-127"/>
                <a:cs typeface="Consolas" panose="020B0609020204030204" pitchFamily="49" charset="0"/>
              </a:rPr>
              <a:t>="UTF-8"%&gt;</a:t>
            </a:r>
          </a:p>
          <a:p>
            <a:pPr fontAlgn="base">
              <a:lnSpc>
                <a:spcPct val="120000"/>
              </a:lnSpc>
            </a:pPr>
            <a:r>
              <a:rPr lang="en-US" altLang="ko-KR" sz="1400" dirty="0">
                <a:latin typeface="D2Coding" panose="020B0609020101020101" pitchFamily="49" charset="-127"/>
                <a:ea typeface="D2Coding" panose="020B0609020101020101" pitchFamily="49" charset="-127"/>
                <a:cs typeface="Consolas" panose="020B0609020204030204" pitchFamily="49" charset="0"/>
              </a:rPr>
              <a:t>  3: </a:t>
            </a:r>
            <a:r>
              <a:rPr lang="en-US" altLang="ko-KR" sz="1400" dirty="0">
                <a:solidFill>
                  <a:srgbClr val="FF0000"/>
                </a:solidFill>
                <a:latin typeface="D2Coding" panose="020B0609020101020101" pitchFamily="49" charset="-127"/>
                <a:ea typeface="D2Coding" panose="020B0609020101020101" pitchFamily="49" charset="-127"/>
                <a:cs typeface="Consolas" panose="020B0609020204030204" pitchFamily="49" charset="0"/>
              </a:rPr>
              <a:t>&lt;%@ page import="java.io.*"%&gt;</a:t>
            </a:r>
          </a:p>
          <a:p>
            <a:pPr fontAlgn="base">
              <a:lnSpc>
                <a:spcPct val="120000"/>
              </a:lnSpc>
            </a:pPr>
            <a:r>
              <a:rPr lang="en-US" altLang="ko-KR" sz="1400" dirty="0">
                <a:latin typeface="D2Coding" panose="020B0609020101020101" pitchFamily="49" charset="-127"/>
                <a:ea typeface="D2Coding" panose="020B0609020101020101" pitchFamily="49" charset="-127"/>
                <a:cs typeface="Consolas" panose="020B0609020204030204" pitchFamily="49" charset="0"/>
              </a:rPr>
              <a:t>  4:   </a:t>
            </a:r>
          </a:p>
          <a:p>
            <a:pPr fontAlgn="base">
              <a:lnSpc>
                <a:spcPct val="120000"/>
              </a:lnSpc>
            </a:pPr>
            <a:r>
              <a:rPr lang="en-US" altLang="ko-KR" sz="1400" dirty="0">
                <a:latin typeface="D2Coding" panose="020B0609020101020101" pitchFamily="49" charset="-127"/>
                <a:ea typeface="D2Coding" panose="020B0609020101020101" pitchFamily="49" charset="-127"/>
                <a:cs typeface="Consolas" panose="020B0609020204030204" pitchFamily="49" charset="0"/>
              </a:rPr>
              <a:t>  5: &lt;!DOCTYPE html&gt;</a:t>
            </a:r>
          </a:p>
          <a:p>
            <a:pPr fontAlgn="base">
              <a:lnSpc>
                <a:spcPct val="120000"/>
              </a:lnSpc>
            </a:pPr>
            <a:r>
              <a:rPr lang="en-US" altLang="ko-KR" sz="1400" dirty="0">
                <a:latin typeface="D2Coding" panose="020B0609020101020101" pitchFamily="49" charset="-127"/>
                <a:ea typeface="D2Coding" panose="020B0609020101020101" pitchFamily="49" charset="-127"/>
                <a:cs typeface="Consolas" panose="020B0609020204030204" pitchFamily="49" charset="0"/>
              </a:rPr>
              <a:t>  6: &lt;html&gt;</a:t>
            </a:r>
          </a:p>
          <a:p>
            <a:pPr fontAlgn="base">
              <a:lnSpc>
                <a:spcPct val="120000"/>
              </a:lnSpc>
            </a:pPr>
            <a:r>
              <a:rPr lang="en-US" altLang="ko-KR" sz="1400" dirty="0">
                <a:latin typeface="D2Coding" panose="020B0609020101020101" pitchFamily="49" charset="-127"/>
                <a:ea typeface="D2Coding" panose="020B0609020101020101" pitchFamily="49" charset="-127"/>
                <a:cs typeface="Consolas" panose="020B0609020204030204" pitchFamily="49" charset="0"/>
              </a:rPr>
              <a:t>  7: &lt;head&gt;</a:t>
            </a:r>
          </a:p>
          <a:p>
            <a:pPr fontAlgn="base">
              <a:lnSpc>
                <a:spcPct val="120000"/>
              </a:lnSpc>
            </a:pPr>
            <a:r>
              <a:rPr lang="en-US" altLang="ko-KR" sz="1400" dirty="0">
                <a:latin typeface="D2Coding" panose="020B0609020101020101" pitchFamily="49" charset="-127"/>
                <a:ea typeface="D2Coding" panose="020B0609020101020101" pitchFamily="49" charset="-127"/>
                <a:cs typeface="Consolas" panose="020B0609020204030204" pitchFamily="49" charset="0"/>
              </a:rPr>
              <a:t>  8: &lt;meta charset="UTF-8"&gt;</a:t>
            </a:r>
          </a:p>
          <a:p>
            <a:pPr fontAlgn="base">
              <a:lnSpc>
                <a:spcPct val="120000"/>
              </a:lnSpc>
            </a:pPr>
            <a:r>
              <a:rPr lang="en-US" altLang="ko-KR" sz="1400" dirty="0">
                <a:latin typeface="D2Coding" panose="020B0609020101020101" pitchFamily="49" charset="-127"/>
                <a:ea typeface="D2Coding" panose="020B0609020101020101" pitchFamily="49" charset="-127"/>
                <a:cs typeface="Consolas" panose="020B0609020204030204" pitchFamily="49" charset="0"/>
              </a:rPr>
              <a:t>  9: &lt;/head&gt;</a:t>
            </a:r>
          </a:p>
          <a:p>
            <a:pPr fontAlgn="base">
              <a:lnSpc>
                <a:spcPct val="120000"/>
              </a:lnSpc>
            </a:pPr>
            <a:r>
              <a:rPr lang="en-US" altLang="ko-KR" sz="1400" dirty="0">
                <a:latin typeface="D2Coding" panose="020B0609020101020101" pitchFamily="49" charset="-127"/>
                <a:ea typeface="D2Coding" panose="020B0609020101020101" pitchFamily="49" charset="-127"/>
                <a:cs typeface="Consolas" panose="020B0609020204030204" pitchFamily="49" charset="0"/>
              </a:rPr>
              <a:t> 10: &lt;body&gt;</a:t>
            </a:r>
          </a:p>
          <a:p>
            <a:pPr fontAlgn="base">
              <a:lnSpc>
                <a:spcPct val="120000"/>
              </a:lnSpc>
            </a:pPr>
            <a:r>
              <a:rPr lang="en-US" altLang="ko-KR" sz="1400" dirty="0">
                <a:latin typeface="D2Coding" panose="020B0609020101020101" pitchFamily="49" charset="-127"/>
                <a:ea typeface="D2Coding" panose="020B0609020101020101" pitchFamily="49" charset="-127"/>
                <a:cs typeface="Consolas" panose="020B0609020204030204" pitchFamily="49" charset="0"/>
              </a:rPr>
              <a:t> 11: &lt;%</a:t>
            </a:r>
          </a:p>
          <a:p>
            <a:pPr fontAlgn="base">
              <a:lnSpc>
                <a:spcPct val="120000"/>
              </a:lnSpc>
            </a:pPr>
            <a:r>
              <a:rPr lang="en-US" altLang="ko-KR" sz="1400" dirty="0">
                <a:latin typeface="D2Coding" panose="020B0609020101020101" pitchFamily="49" charset="-127"/>
                <a:ea typeface="D2Coding" panose="020B0609020101020101" pitchFamily="49" charset="-127"/>
                <a:cs typeface="Consolas" panose="020B0609020204030204" pitchFamily="49" charset="0"/>
              </a:rPr>
              <a:t> 12:     // "upload"</a:t>
            </a:r>
            <a:r>
              <a:rPr lang="ko-KR" altLang="en-US" sz="1400" dirty="0">
                <a:latin typeface="D2Coding" panose="020B0609020101020101" pitchFamily="49" charset="-127"/>
                <a:ea typeface="D2Coding" panose="020B0609020101020101" pitchFamily="49" charset="-127"/>
                <a:cs typeface="Consolas" panose="020B0609020204030204" pitchFamily="49" charset="0"/>
              </a:rPr>
              <a:t>라는 이름의 업로드 태그로부터 전달된 데이터를 담고 있는 파트 객체 얻기     </a:t>
            </a:r>
          </a:p>
          <a:p>
            <a:pPr fontAlgn="base">
              <a:lnSpc>
                <a:spcPct val="120000"/>
              </a:lnSpc>
            </a:pPr>
            <a:r>
              <a:rPr lang="ko-KR" altLang="en-US" sz="1400" dirty="0">
                <a:latin typeface="D2Coding" panose="020B0609020101020101" pitchFamily="49" charset="-127"/>
                <a:ea typeface="D2Coding" panose="020B0609020101020101" pitchFamily="49" charset="-127"/>
                <a:cs typeface="Consolas" panose="020B0609020204030204" pitchFamily="49" charset="0"/>
              </a:rPr>
              <a:t> </a:t>
            </a:r>
            <a:r>
              <a:rPr lang="en-US" altLang="ko-KR" sz="1400" dirty="0">
                <a:latin typeface="D2Coding" panose="020B0609020101020101" pitchFamily="49" charset="-127"/>
                <a:ea typeface="D2Coding" panose="020B0609020101020101" pitchFamily="49" charset="-127"/>
                <a:cs typeface="Consolas" panose="020B0609020204030204" pitchFamily="49" charset="0"/>
              </a:rPr>
              <a:t>13:     Part </a:t>
            </a:r>
            <a:r>
              <a:rPr lang="en-US" altLang="ko-KR" sz="1400" dirty="0" err="1">
                <a:latin typeface="D2Coding" panose="020B0609020101020101" pitchFamily="49" charset="-127"/>
                <a:ea typeface="D2Coding" panose="020B0609020101020101" pitchFamily="49" charset="-127"/>
                <a:cs typeface="Consolas" panose="020B0609020204030204" pitchFamily="49" charset="0"/>
              </a:rPr>
              <a:t>part</a:t>
            </a:r>
            <a:r>
              <a:rPr lang="en-US" altLang="ko-KR" sz="1400" dirty="0">
                <a:latin typeface="D2Coding" panose="020B0609020101020101" pitchFamily="49" charset="-127"/>
                <a:ea typeface="D2Coding" panose="020B0609020101020101" pitchFamily="49" charset="-127"/>
                <a:cs typeface="Consolas" panose="020B0609020204030204" pitchFamily="49" charset="0"/>
              </a:rPr>
              <a:t> = </a:t>
            </a:r>
            <a:r>
              <a:rPr lang="en-US" altLang="ko-KR" sz="1400" dirty="0" err="1">
                <a:latin typeface="D2Coding" panose="020B0609020101020101" pitchFamily="49" charset="-127"/>
                <a:ea typeface="D2Coding" panose="020B0609020101020101" pitchFamily="49" charset="-127"/>
                <a:cs typeface="Consolas" panose="020B0609020204030204" pitchFamily="49" charset="0"/>
              </a:rPr>
              <a:t>request.getPart</a:t>
            </a:r>
            <a:r>
              <a:rPr lang="en-US" altLang="ko-KR" sz="1400" dirty="0">
                <a:latin typeface="D2Coding" panose="020B0609020101020101" pitchFamily="49" charset="-127"/>
                <a:ea typeface="D2Coding" panose="020B0609020101020101" pitchFamily="49" charset="-127"/>
                <a:cs typeface="Consolas" panose="020B0609020204030204" pitchFamily="49" charset="0"/>
              </a:rPr>
              <a:t>("upload");</a:t>
            </a:r>
          </a:p>
          <a:p>
            <a:pPr fontAlgn="base">
              <a:lnSpc>
                <a:spcPct val="120000"/>
              </a:lnSpc>
            </a:pPr>
            <a:r>
              <a:rPr lang="en-US" altLang="ko-KR" sz="1400" dirty="0">
                <a:latin typeface="D2Coding" panose="020B0609020101020101" pitchFamily="49" charset="-127"/>
                <a:ea typeface="D2Coding" panose="020B0609020101020101" pitchFamily="49" charset="-127"/>
                <a:cs typeface="Consolas" panose="020B0609020204030204" pitchFamily="49" charset="0"/>
              </a:rPr>
              <a:t> 14: </a:t>
            </a:r>
          </a:p>
        </p:txBody>
      </p:sp>
    </p:spTree>
    <p:extLst>
      <p:ext uri="{BB962C8B-B14F-4D97-AF65-F5344CB8AC3E}">
        <p14:creationId xmlns:p14="http://schemas.microsoft.com/office/powerpoint/2010/main" val="1705611043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fontAlgn="base"/>
            <a:r>
              <a:rPr lang="en-US" altLang="ko-KR" dirty="0"/>
              <a:t>7.1 </a:t>
            </a:r>
            <a:r>
              <a:rPr lang="ko-KR" altLang="en-US" dirty="0"/>
              <a:t>파일 업로드</a:t>
            </a:r>
          </a:p>
        </p:txBody>
      </p:sp>
      <p:sp>
        <p:nvSpPr>
          <p:cNvPr id="4" name="슬라이드 번호 개체 틀 3"/>
          <p:cNvSpPr>
            <a:spLocks noGrp="1"/>
          </p:cNvSpPr>
          <p:nvPr>
            <p:ph type="sldNum" sz="quarter" idx="4"/>
          </p:nvPr>
        </p:nvSpPr>
        <p:spPr/>
        <p:txBody>
          <a:bodyPr/>
          <a:lstStyle/>
          <a:p>
            <a:fld id="{5AA8C37D-6ADA-49EE-B609-6DB056DA936F}" type="slidenum">
              <a:rPr lang="ko-KR" altLang="en-US" smtClean="0"/>
              <a:pPr/>
              <a:t>10</a:t>
            </a:fld>
            <a:endParaRPr lang="ko-KR" altLang="en-US" dirty="0"/>
          </a:p>
        </p:txBody>
      </p:sp>
      <p:sp>
        <p:nvSpPr>
          <p:cNvPr id="8" name="직사각형 7">
            <a:extLst>
              <a:ext uri="{FF2B5EF4-FFF2-40B4-BE49-F238E27FC236}">
                <a16:creationId xmlns:a16="http://schemas.microsoft.com/office/drawing/2014/main" id="{A543F91A-4A44-48D6-91A7-2A0EAF615EDA}"/>
              </a:ext>
            </a:extLst>
          </p:cNvPr>
          <p:cNvSpPr/>
          <p:nvPr/>
        </p:nvSpPr>
        <p:spPr>
          <a:xfrm>
            <a:off x="683568" y="1164712"/>
            <a:ext cx="8229600" cy="5246116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fontAlgn="base">
              <a:lnSpc>
                <a:spcPct val="120000"/>
              </a:lnSpc>
            </a:pPr>
            <a:r>
              <a:rPr lang="en-US" altLang="ko-KR" sz="1400" dirty="0">
                <a:latin typeface="D2Coding" panose="020B0609020101020101" pitchFamily="49" charset="-127"/>
                <a:ea typeface="D2Coding" panose="020B0609020101020101" pitchFamily="49" charset="-127"/>
                <a:cs typeface="Consolas" panose="020B0609020204030204" pitchFamily="49" charset="0"/>
              </a:rPr>
              <a:t> 15:     if (</a:t>
            </a:r>
            <a:r>
              <a:rPr lang="en-US" altLang="ko-KR" sz="1400" dirty="0" err="1">
                <a:latin typeface="D2Coding" panose="020B0609020101020101" pitchFamily="49" charset="-127"/>
                <a:ea typeface="D2Coding" panose="020B0609020101020101" pitchFamily="49" charset="-127"/>
                <a:cs typeface="Consolas" panose="020B0609020204030204" pitchFamily="49" charset="0"/>
              </a:rPr>
              <a:t>part.getSize</a:t>
            </a:r>
            <a:r>
              <a:rPr lang="en-US" altLang="ko-KR" sz="1400" dirty="0">
                <a:latin typeface="D2Coding" panose="020B0609020101020101" pitchFamily="49" charset="-127"/>
                <a:ea typeface="D2Coding" panose="020B0609020101020101" pitchFamily="49" charset="-127"/>
                <a:cs typeface="Consolas" panose="020B0609020204030204" pitchFamily="49" charset="0"/>
              </a:rPr>
              <a:t>() &gt; 0) {</a:t>
            </a:r>
          </a:p>
          <a:p>
            <a:pPr fontAlgn="base">
              <a:lnSpc>
                <a:spcPct val="120000"/>
              </a:lnSpc>
            </a:pPr>
            <a:r>
              <a:rPr lang="en-US" altLang="ko-KR" sz="1400" dirty="0">
                <a:latin typeface="D2Coding" panose="020B0609020101020101" pitchFamily="49" charset="-127"/>
                <a:ea typeface="D2Coding" panose="020B0609020101020101" pitchFamily="49" charset="-127"/>
                <a:cs typeface="Consolas" panose="020B0609020204030204" pitchFamily="49" charset="0"/>
              </a:rPr>
              <a:t> 16:         // </a:t>
            </a:r>
            <a:r>
              <a:rPr lang="ko-KR" altLang="en-US" sz="1400" dirty="0">
                <a:latin typeface="D2Coding" panose="020B0609020101020101" pitchFamily="49" charset="-127"/>
                <a:ea typeface="D2Coding" panose="020B0609020101020101" pitchFamily="49" charset="-127"/>
                <a:cs typeface="Consolas" panose="020B0609020204030204" pitchFamily="49" charset="0"/>
              </a:rPr>
              <a:t>파일을 저장할 시스템 경로 얻기</a:t>
            </a:r>
          </a:p>
          <a:p>
            <a:pPr fontAlgn="base">
              <a:lnSpc>
                <a:spcPct val="120000"/>
              </a:lnSpc>
            </a:pPr>
            <a:r>
              <a:rPr lang="ko-KR" altLang="en-US" sz="1400" dirty="0">
                <a:latin typeface="D2Coding" panose="020B0609020101020101" pitchFamily="49" charset="-127"/>
                <a:ea typeface="D2Coding" panose="020B0609020101020101" pitchFamily="49" charset="-127"/>
                <a:cs typeface="Consolas" panose="020B0609020204030204" pitchFamily="49" charset="0"/>
              </a:rPr>
              <a:t> </a:t>
            </a:r>
            <a:r>
              <a:rPr lang="en-US" altLang="ko-KR" sz="1400" dirty="0">
                <a:latin typeface="D2Coding" panose="020B0609020101020101" pitchFamily="49" charset="-127"/>
                <a:ea typeface="D2Coding" panose="020B0609020101020101" pitchFamily="49" charset="-127"/>
                <a:cs typeface="Consolas" panose="020B0609020204030204" pitchFamily="49" charset="0"/>
              </a:rPr>
              <a:t>17:         String path = </a:t>
            </a:r>
            <a:r>
              <a:rPr lang="en-US" altLang="ko-KR" sz="1400" dirty="0" err="1">
                <a:latin typeface="D2Coding" panose="020B0609020101020101" pitchFamily="49" charset="-127"/>
                <a:ea typeface="D2Coding" panose="020B0609020101020101" pitchFamily="49" charset="-127"/>
                <a:cs typeface="Consolas" panose="020B0609020204030204" pitchFamily="49" charset="0"/>
              </a:rPr>
              <a:t>application.getRealPath</a:t>
            </a:r>
            <a:r>
              <a:rPr lang="en-US" altLang="ko-KR" sz="1400" dirty="0">
                <a:latin typeface="D2Coding" panose="020B0609020101020101" pitchFamily="49" charset="-127"/>
                <a:ea typeface="D2Coding" panose="020B0609020101020101" pitchFamily="49" charset="-127"/>
                <a:cs typeface="Consolas" panose="020B0609020204030204" pitchFamily="49" charset="0"/>
              </a:rPr>
              <a:t>("/files/");</a:t>
            </a:r>
          </a:p>
          <a:p>
            <a:pPr fontAlgn="base">
              <a:lnSpc>
                <a:spcPct val="120000"/>
              </a:lnSpc>
            </a:pPr>
            <a:r>
              <a:rPr lang="en-US" altLang="ko-KR" sz="1400" dirty="0">
                <a:latin typeface="D2Coding" panose="020B0609020101020101" pitchFamily="49" charset="-127"/>
                <a:ea typeface="D2Coding" panose="020B0609020101020101" pitchFamily="49" charset="-127"/>
                <a:cs typeface="Consolas" panose="020B0609020204030204" pitchFamily="49" charset="0"/>
              </a:rPr>
              <a:t> 18:         </a:t>
            </a:r>
          </a:p>
          <a:p>
            <a:pPr fontAlgn="base">
              <a:lnSpc>
                <a:spcPct val="120000"/>
              </a:lnSpc>
            </a:pPr>
            <a:r>
              <a:rPr lang="en-US" altLang="ko-KR" sz="1400" dirty="0">
                <a:latin typeface="D2Coding" panose="020B0609020101020101" pitchFamily="49" charset="-127"/>
                <a:ea typeface="D2Coding" panose="020B0609020101020101" pitchFamily="49" charset="-127"/>
                <a:cs typeface="Consolas" panose="020B0609020204030204" pitchFamily="49" charset="0"/>
              </a:rPr>
              <a:t> 19:         // </a:t>
            </a:r>
            <a:r>
              <a:rPr lang="ko-KR" altLang="en-US" sz="1400" dirty="0" err="1">
                <a:latin typeface="D2Coding" panose="020B0609020101020101" pitchFamily="49" charset="-127"/>
                <a:ea typeface="D2Coding" panose="020B0609020101020101" pitchFamily="49" charset="-127"/>
                <a:cs typeface="Consolas" panose="020B0609020204030204" pitchFamily="49" charset="0"/>
              </a:rPr>
              <a:t>업로드된</a:t>
            </a:r>
            <a:r>
              <a:rPr lang="ko-KR" altLang="en-US" sz="1400" dirty="0">
                <a:latin typeface="D2Coding" panose="020B0609020101020101" pitchFamily="49" charset="-127"/>
                <a:ea typeface="D2Coding" panose="020B0609020101020101" pitchFamily="49" charset="-127"/>
                <a:cs typeface="Consolas" panose="020B0609020204030204" pitchFamily="49" charset="0"/>
              </a:rPr>
              <a:t> 파일명 얻기</a:t>
            </a:r>
          </a:p>
          <a:p>
            <a:pPr fontAlgn="base">
              <a:lnSpc>
                <a:spcPct val="120000"/>
              </a:lnSpc>
            </a:pPr>
            <a:r>
              <a:rPr lang="ko-KR" altLang="en-US" sz="1400" dirty="0">
                <a:latin typeface="D2Coding" panose="020B0609020101020101" pitchFamily="49" charset="-127"/>
                <a:ea typeface="D2Coding" panose="020B0609020101020101" pitchFamily="49" charset="-127"/>
                <a:cs typeface="Consolas" panose="020B0609020204030204" pitchFamily="49" charset="0"/>
              </a:rPr>
              <a:t> </a:t>
            </a:r>
            <a:r>
              <a:rPr lang="en-US" altLang="ko-KR" sz="1400" dirty="0">
                <a:latin typeface="D2Coding" panose="020B0609020101020101" pitchFamily="49" charset="-127"/>
                <a:ea typeface="D2Coding" panose="020B0609020101020101" pitchFamily="49" charset="-127"/>
                <a:cs typeface="Consolas" panose="020B0609020204030204" pitchFamily="49" charset="0"/>
              </a:rPr>
              <a:t>20:         String </a:t>
            </a:r>
            <a:r>
              <a:rPr lang="en-US" altLang="ko-KR" sz="1400" dirty="0" err="1">
                <a:latin typeface="D2Coding" panose="020B0609020101020101" pitchFamily="49" charset="-127"/>
                <a:ea typeface="D2Coding" panose="020B0609020101020101" pitchFamily="49" charset="-127"/>
                <a:cs typeface="Consolas" panose="020B0609020204030204" pitchFamily="49" charset="0"/>
              </a:rPr>
              <a:t>fileName</a:t>
            </a:r>
            <a:r>
              <a:rPr lang="en-US" altLang="ko-KR" sz="1400" dirty="0">
                <a:latin typeface="D2Coding" panose="020B0609020101020101" pitchFamily="49" charset="-127"/>
                <a:ea typeface="D2Coding" panose="020B0609020101020101" pitchFamily="49" charset="-127"/>
                <a:cs typeface="Consolas" panose="020B0609020204030204" pitchFamily="49" charset="0"/>
              </a:rPr>
              <a:t> = </a:t>
            </a:r>
            <a:r>
              <a:rPr lang="en-US" altLang="ko-KR" sz="1400" dirty="0" err="1">
                <a:latin typeface="D2Coding" panose="020B0609020101020101" pitchFamily="49" charset="-127"/>
                <a:ea typeface="D2Coding" panose="020B0609020101020101" pitchFamily="49" charset="-127"/>
                <a:cs typeface="Consolas" panose="020B0609020204030204" pitchFamily="49" charset="0"/>
              </a:rPr>
              <a:t>part.getSubmittedFileName</a:t>
            </a:r>
            <a:r>
              <a:rPr lang="en-US" altLang="ko-KR" sz="1400" dirty="0">
                <a:latin typeface="D2Coding" panose="020B0609020101020101" pitchFamily="49" charset="-127"/>
                <a:ea typeface="D2Coding" panose="020B0609020101020101" pitchFamily="49" charset="-127"/>
                <a:cs typeface="Consolas" panose="020B0609020204030204" pitchFamily="49" charset="0"/>
              </a:rPr>
              <a:t>();</a:t>
            </a:r>
          </a:p>
          <a:p>
            <a:pPr fontAlgn="base">
              <a:lnSpc>
                <a:spcPct val="120000"/>
              </a:lnSpc>
            </a:pPr>
            <a:r>
              <a:rPr lang="en-US" altLang="ko-KR" sz="1400" dirty="0">
                <a:latin typeface="D2Coding" panose="020B0609020101020101" pitchFamily="49" charset="-127"/>
                <a:ea typeface="D2Coding" panose="020B0609020101020101" pitchFamily="49" charset="-127"/>
                <a:cs typeface="Consolas" panose="020B0609020204030204" pitchFamily="49" charset="0"/>
              </a:rPr>
              <a:t> 21: </a:t>
            </a:r>
          </a:p>
          <a:p>
            <a:pPr fontAlgn="base">
              <a:lnSpc>
                <a:spcPct val="120000"/>
              </a:lnSpc>
            </a:pPr>
            <a:r>
              <a:rPr lang="en-US" altLang="ko-KR" sz="1400" dirty="0">
                <a:latin typeface="D2Coding" panose="020B0609020101020101" pitchFamily="49" charset="-127"/>
                <a:ea typeface="D2Coding" panose="020B0609020101020101" pitchFamily="49" charset="-127"/>
                <a:cs typeface="Consolas" panose="020B0609020204030204" pitchFamily="49" charset="0"/>
              </a:rPr>
              <a:t> 22:         // </a:t>
            </a:r>
            <a:r>
              <a:rPr lang="ko-KR" altLang="en-US" sz="1400" dirty="0">
                <a:latin typeface="D2Coding" panose="020B0609020101020101" pitchFamily="49" charset="-127"/>
                <a:ea typeface="D2Coding" panose="020B0609020101020101" pitchFamily="49" charset="-127"/>
                <a:cs typeface="Consolas" panose="020B0609020204030204" pitchFamily="49" charset="0"/>
              </a:rPr>
              <a:t>파트 객체의 데이터를 파일로 쓰기</a:t>
            </a:r>
          </a:p>
          <a:p>
            <a:pPr fontAlgn="base">
              <a:lnSpc>
                <a:spcPct val="120000"/>
              </a:lnSpc>
            </a:pPr>
            <a:r>
              <a:rPr lang="ko-KR" altLang="en-US" sz="1400" dirty="0">
                <a:latin typeface="D2Coding" panose="020B0609020101020101" pitchFamily="49" charset="-127"/>
                <a:ea typeface="D2Coding" panose="020B0609020101020101" pitchFamily="49" charset="-127"/>
                <a:cs typeface="Consolas" panose="020B0609020204030204" pitchFamily="49" charset="0"/>
              </a:rPr>
              <a:t> </a:t>
            </a:r>
            <a:r>
              <a:rPr lang="en-US" altLang="ko-KR" sz="1400" dirty="0">
                <a:latin typeface="D2Coding" panose="020B0609020101020101" pitchFamily="49" charset="-127"/>
                <a:ea typeface="D2Coding" panose="020B0609020101020101" pitchFamily="49" charset="-127"/>
                <a:cs typeface="Consolas" panose="020B0609020204030204" pitchFamily="49" charset="0"/>
              </a:rPr>
              <a:t>23:         </a:t>
            </a:r>
            <a:r>
              <a:rPr lang="en-US" altLang="ko-KR" sz="1400" dirty="0" err="1">
                <a:latin typeface="D2Coding" panose="020B0609020101020101" pitchFamily="49" charset="-127"/>
                <a:ea typeface="D2Coding" panose="020B0609020101020101" pitchFamily="49" charset="-127"/>
                <a:cs typeface="Consolas" panose="020B0609020204030204" pitchFamily="49" charset="0"/>
              </a:rPr>
              <a:t>part.write</a:t>
            </a:r>
            <a:r>
              <a:rPr lang="en-US" altLang="ko-KR" sz="1400" dirty="0">
                <a:latin typeface="D2Coding" panose="020B0609020101020101" pitchFamily="49" charset="-127"/>
                <a:ea typeface="D2Coding" panose="020B0609020101020101" pitchFamily="49" charset="-127"/>
                <a:cs typeface="Consolas" panose="020B0609020204030204" pitchFamily="49" charset="0"/>
              </a:rPr>
              <a:t>(path + </a:t>
            </a:r>
            <a:r>
              <a:rPr lang="en-US" altLang="ko-KR" sz="1400" dirty="0" err="1">
                <a:latin typeface="D2Coding" panose="020B0609020101020101" pitchFamily="49" charset="-127"/>
                <a:ea typeface="D2Coding" panose="020B0609020101020101" pitchFamily="49" charset="-127"/>
                <a:cs typeface="Consolas" panose="020B0609020204030204" pitchFamily="49" charset="0"/>
              </a:rPr>
              <a:t>fileName</a:t>
            </a:r>
            <a:r>
              <a:rPr lang="en-US" altLang="ko-KR" sz="1400" dirty="0">
                <a:latin typeface="D2Coding" panose="020B0609020101020101" pitchFamily="49" charset="-127"/>
                <a:ea typeface="D2Coding" panose="020B0609020101020101" pitchFamily="49" charset="-127"/>
                <a:cs typeface="Consolas" panose="020B0609020204030204" pitchFamily="49" charset="0"/>
              </a:rPr>
              <a:t>);</a:t>
            </a:r>
          </a:p>
          <a:p>
            <a:pPr fontAlgn="base">
              <a:lnSpc>
                <a:spcPct val="120000"/>
              </a:lnSpc>
            </a:pPr>
            <a:r>
              <a:rPr lang="en-US" altLang="ko-KR" sz="1400" dirty="0">
                <a:latin typeface="D2Coding" panose="020B0609020101020101" pitchFamily="49" charset="-127"/>
                <a:ea typeface="D2Coding" panose="020B0609020101020101" pitchFamily="49" charset="-127"/>
                <a:cs typeface="Consolas" panose="020B0609020204030204" pitchFamily="49" charset="0"/>
              </a:rPr>
              <a:t> 24:         </a:t>
            </a:r>
          </a:p>
          <a:p>
            <a:pPr fontAlgn="base">
              <a:lnSpc>
                <a:spcPct val="120000"/>
              </a:lnSpc>
            </a:pPr>
            <a:r>
              <a:rPr lang="en-US" altLang="ko-KR" sz="1400" dirty="0">
                <a:latin typeface="D2Coding" panose="020B0609020101020101" pitchFamily="49" charset="-127"/>
                <a:ea typeface="D2Coding" panose="020B0609020101020101" pitchFamily="49" charset="-127"/>
                <a:cs typeface="Consolas" panose="020B0609020204030204" pitchFamily="49" charset="0"/>
              </a:rPr>
              <a:t> 25:         </a:t>
            </a:r>
            <a:r>
              <a:rPr lang="en-US" altLang="ko-KR" sz="1400" dirty="0" err="1">
                <a:latin typeface="D2Coding" panose="020B0609020101020101" pitchFamily="49" charset="-127"/>
                <a:ea typeface="D2Coding" panose="020B0609020101020101" pitchFamily="49" charset="-127"/>
                <a:cs typeface="Consolas" panose="020B0609020204030204" pitchFamily="49" charset="0"/>
              </a:rPr>
              <a:t>out.print</a:t>
            </a:r>
            <a:r>
              <a:rPr lang="en-US" altLang="ko-KR" sz="1400" dirty="0">
                <a:latin typeface="D2Coding" panose="020B0609020101020101" pitchFamily="49" charset="-127"/>
                <a:ea typeface="D2Coding" panose="020B0609020101020101" pitchFamily="49" charset="-127"/>
                <a:cs typeface="Consolas" panose="020B0609020204030204" pitchFamily="49" charset="0"/>
              </a:rPr>
              <a:t>("</a:t>
            </a:r>
            <a:r>
              <a:rPr lang="ko-KR" altLang="en-US" sz="1400" dirty="0" err="1">
                <a:latin typeface="D2Coding" panose="020B0609020101020101" pitchFamily="49" charset="-127"/>
                <a:ea typeface="D2Coding" panose="020B0609020101020101" pitchFamily="49" charset="-127"/>
                <a:cs typeface="Consolas" panose="020B0609020204030204" pitchFamily="49" charset="0"/>
              </a:rPr>
              <a:t>업로드된</a:t>
            </a:r>
            <a:r>
              <a:rPr lang="ko-KR" altLang="en-US" sz="1400" dirty="0">
                <a:latin typeface="D2Coding" panose="020B0609020101020101" pitchFamily="49" charset="-127"/>
                <a:ea typeface="D2Coding" panose="020B0609020101020101" pitchFamily="49" charset="-127"/>
                <a:cs typeface="Consolas" panose="020B0609020204030204" pitchFamily="49" charset="0"/>
              </a:rPr>
              <a:t> 파일명 </a:t>
            </a:r>
            <a:r>
              <a:rPr lang="en-US" altLang="ko-KR" sz="1400" dirty="0">
                <a:latin typeface="D2Coding" panose="020B0609020101020101" pitchFamily="49" charset="-127"/>
                <a:ea typeface="D2Coding" panose="020B0609020101020101" pitchFamily="49" charset="-127"/>
                <a:cs typeface="Consolas" panose="020B0609020204030204" pitchFamily="49" charset="0"/>
              </a:rPr>
              <a:t>: " + </a:t>
            </a:r>
            <a:r>
              <a:rPr lang="en-US" altLang="ko-KR" sz="1400" dirty="0" err="1">
                <a:latin typeface="D2Coding" panose="020B0609020101020101" pitchFamily="49" charset="-127"/>
                <a:ea typeface="D2Coding" panose="020B0609020101020101" pitchFamily="49" charset="-127"/>
                <a:cs typeface="Consolas" panose="020B0609020204030204" pitchFamily="49" charset="0"/>
              </a:rPr>
              <a:t>fileName</a:t>
            </a:r>
            <a:r>
              <a:rPr lang="en-US" altLang="ko-KR" sz="1400" dirty="0">
                <a:latin typeface="D2Coding" panose="020B0609020101020101" pitchFamily="49" charset="-127"/>
                <a:ea typeface="D2Coding" panose="020B0609020101020101" pitchFamily="49" charset="-127"/>
                <a:cs typeface="Consolas" panose="020B0609020204030204" pitchFamily="49" charset="0"/>
              </a:rPr>
              <a:t> + "&lt;</a:t>
            </a:r>
            <a:r>
              <a:rPr lang="en-US" altLang="ko-KR" sz="1400" dirty="0" err="1">
                <a:latin typeface="D2Coding" panose="020B0609020101020101" pitchFamily="49" charset="-127"/>
                <a:ea typeface="D2Coding" panose="020B0609020101020101" pitchFamily="49" charset="-127"/>
                <a:cs typeface="Consolas" panose="020B0609020204030204" pitchFamily="49" charset="0"/>
              </a:rPr>
              <a:t>br</a:t>
            </a:r>
            <a:r>
              <a:rPr lang="en-US" altLang="ko-KR" sz="1400" dirty="0">
                <a:latin typeface="D2Coding" panose="020B0609020101020101" pitchFamily="49" charset="-127"/>
                <a:ea typeface="D2Coding" panose="020B0609020101020101" pitchFamily="49" charset="-127"/>
                <a:cs typeface="Consolas" panose="020B0609020204030204" pitchFamily="49" charset="0"/>
              </a:rPr>
              <a:t>&gt;");</a:t>
            </a:r>
          </a:p>
          <a:p>
            <a:pPr fontAlgn="base">
              <a:lnSpc>
                <a:spcPct val="120000"/>
              </a:lnSpc>
            </a:pPr>
            <a:r>
              <a:rPr lang="en-US" altLang="ko-KR" sz="1400" dirty="0">
                <a:latin typeface="D2Coding" panose="020B0609020101020101" pitchFamily="49" charset="-127"/>
                <a:ea typeface="D2Coding" panose="020B0609020101020101" pitchFamily="49" charset="-127"/>
                <a:cs typeface="Consolas" panose="020B0609020204030204" pitchFamily="49" charset="0"/>
              </a:rPr>
              <a:t> 26:         </a:t>
            </a:r>
            <a:r>
              <a:rPr lang="en-US" altLang="ko-KR" sz="1400" dirty="0" err="1">
                <a:latin typeface="D2Coding" panose="020B0609020101020101" pitchFamily="49" charset="-127"/>
                <a:ea typeface="D2Coding" panose="020B0609020101020101" pitchFamily="49" charset="-127"/>
                <a:cs typeface="Consolas" panose="020B0609020204030204" pitchFamily="49" charset="0"/>
              </a:rPr>
              <a:t>out.print</a:t>
            </a:r>
            <a:r>
              <a:rPr lang="en-US" altLang="ko-KR" sz="1400" dirty="0">
                <a:latin typeface="D2Coding" panose="020B0609020101020101" pitchFamily="49" charset="-127"/>
                <a:ea typeface="D2Coding" panose="020B0609020101020101" pitchFamily="49" charset="-127"/>
                <a:cs typeface="Consolas" panose="020B0609020204030204" pitchFamily="49" charset="0"/>
              </a:rPr>
              <a:t>("</a:t>
            </a:r>
            <a:r>
              <a:rPr lang="ko-KR" altLang="en-US" sz="1400" dirty="0">
                <a:latin typeface="D2Coding" panose="020B0609020101020101" pitchFamily="49" charset="-127"/>
                <a:ea typeface="D2Coding" panose="020B0609020101020101" pitchFamily="49" charset="-127"/>
                <a:cs typeface="Consolas" panose="020B0609020204030204" pitchFamily="49" charset="0"/>
              </a:rPr>
              <a:t>저장된 경로 </a:t>
            </a:r>
            <a:r>
              <a:rPr lang="en-US" altLang="ko-KR" sz="1400" dirty="0">
                <a:latin typeface="D2Coding" panose="020B0609020101020101" pitchFamily="49" charset="-127"/>
                <a:ea typeface="D2Coding" panose="020B0609020101020101" pitchFamily="49" charset="-127"/>
                <a:cs typeface="Consolas" panose="020B0609020204030204" pitchFamily="49" charset="0"/>
              </a:rPr>
              <a:t>: " + path + "&lt;</a:t>
            </a:r>
            <a:r>
              <a:rPr lang="en-US" altLang="ko-KR" sz="1400" dirty="0" err="1">
                <a:latin typeface="D2Coding" panose="020B0609020101020101" pitchFamily="49" charset="-127"/>
                <a:ea typeface="D2Coding" panose="020B0609020101020101" pitchFamily="49" charset="-127"/>
                <a:cs typeface="Consolas" panose="020B0609020204030204" pitchFamily="49" charset="0"/>
              </a:rPr>
              <a:t>br</a:t>
            </a:r>
            <a:r>
              <a:rPr lang="en-US" altLang="ko-KR" sz="1400" dirty="0">
                <a:latin typeface="D2Coding" panose="020B0609020101020101" pitchFamily="49" charset="-127"/>
                <a:ea typeface="D2Coding" panose="020B0609020101020101" pitchFamily="49" charset="-127"/>
                <a:cs typeface="Consolas" panose="020B0609020204030204" pitchFamily="49" charset="0"/>
              </a:rPr>
              <a:t>&gt;");</a:t>
            </a:r>
          </a:p>
          <a:p>
            <a:pPr fontAlgn="base">
              <a:lnSpc>
                <a:spcPct val="120000"/>
              </a:lnSpc>
            </a:pPr>
            <a:r>
              <a:rPr lang="en-US" altLang="ko-KR" sz="1400" dirty="0">
                <a:latin typeface="D2Coding" panose="020B0609020101020101" pitchFamily="49" charset="-127"/>
                <a:ea typeface="D2Coding" panose="020B0609020101020101" pitchFamily="49" charset="-127"/>
                <a:cs typeface="Consolas" panose="020B0609020204030204" pitchFamily="49" charset="0"/>
              </a:rPr>
              <a:t> 27:         </a:t>
            </a:r>
            <a:r>
              <a:rPr lang="en-US" altLang="ko-KR" sz="1400" dirty="0" err="1">
                <a:latin typeface="D2Coding" panose="020B0609020101020101" pitchFamily="49" charset="-127"/>
                <a:ea typeface="D2Coding" panose="020B0609020101020101" pitchFamily="49" charset="-127"/>
                <a:cs typeface="Consolas" panose="020B0609020204030204" pitchFamily="49" charset="0"/>
              </a:rPr>
              <a:t>out.print</a:t>
            </a:r>
            <a:r>
              <a:rPr lang="en-US" altLang="ko-KR" sz="1400" dirty="0">
                <a:latin typeface="D2Coding" panose="020B0609020101020101" pitchFamily="49" charset="-127"/>
                <a:ea typeface="D2Coding" panose="020B0609020101020101" pitchFamily="49" charset="-127"/>
                <a:cs typeface="Consolas" panose="020B0609020204030204" pitchFamily="49" charset="0"/>
              </a:rPr>
              <a:t>("</a:t>
            </a:r>
            <a:r>
              <a:rPr lang="ko-KR" altLang="en-US" sz="1400" dirty="0">
                <a:latin typeface="D2Coding" panose="020B0609020101020101" pitchFamily="49" charset="-127"/>
                <a:ea typeface="D2Coding" panose="020B0609020101020101" pitchFamily="49" charset="-127"/>
                <a:cs typeface="Consolas" panose="020B0609020204030204" pitchFamily="49" charset="0"/>
              </a:rPr>
              <a:t>파일 크기 </a:t>
            </a:r>
            <a:r>
              <a:rPr lang="en-US" altLang="ko-KR" sz="1400" dirty="0">
                <a:latin typeface="D2Coding" panose="020B0609020101020101" pitchFamily="49" charset="-127"/>
                <a:ea typeface="D2Coding" panose="020B0609020101020101" pitchFamily="49" charset="-127"/>
                <a:cs typeface="Consolas" panose="020B0609020204030204" pitchFamily="49" charset="0"/>
              </a:rPr>
              <a:t>: " + </a:t>
            </a:r>
            <a:r>
              <a:rPr lang="en-US" altLang="ko-KR" sz="1400" dirty="0" err="1">
                <a:latin typeface="D2Coding" panose="020B0609020101020101" pitchFamily="49" charset="-127"/>
                <a:ea typeface="D2Coding" panose="020B0609020101020101" pitchFamily="49" charset="-127"/>
                <a:cs typeface="Consolas" panose="020B0609020204030204" pitchFamily="49" charset="0"/>
              </a:rPr>
              <a:t>part.getSize</a:t>
            </a:r>
            <a:r>
              <a:rPr lang="en-US" altLang="ko-KR" sz="1400" dirty="0">
                <a:latin typeface="D2Coding" panose="020B0609020101020101" pitchFamily="49" charset="-127"/>
                <a:ea typeface="D2Coding" panose="020B0609020101020101" pitchFamily="49" charset="-127"/>
                <a:cs typeface="Consolas" panose="020B0609020204030204" pitchFamily="49" charset="0"/>
              </a:rPr>
              <a:t>() + "&lt;</a:t>
            </a:r>
            <a:r>
              <a:rPr lang="en-US" altLang="ko-KR" sz="1400" dirty="0" err="1">
                <a:latin typeface="D2Coding" panose="020B0609020101020101" pitchFamily="49" charset="-127"/>
                <a:ea typeface="D2Coding" panose="020B0609020101020101" pitchFamily="49" charset="-127"/>
                <a:cs typeface="Consolas" panose="020B0609020204030204" pitchFamily="49" charset="0"/>
              </a:rPr>
              <a:t>br</a:t>
            </a:r>
            <a:r>
              <a:rPr lang="en-US" altLang="ko-KR" sz="1400" dirty="0">
                <a:latin typeface="D2Coding" panose="020B0609020101020101" pitchFamily="49" charset="-127"/>
                <a:ea typeface="D2Coding" panose="020B0609020101020101" pitchFamily="49" charset="-127"/>
                <a:cs typeface="Consolas" panose="020B0609020204030204" pitchFamily="49" charset="0"/>
              </a:rPr>
              <a:t>&gt;");</a:t>
            </a:r>
          </a:p>
          <a:p>
            <a:pPr fontAlgn="base">
              <a:lnSpc>
                <a:spcPct val="120000"/>
              </a:lnSpc>
            </a:pPr>
            <a:r>
              <a:rPr lang="en-US" altLang="ko-KR" sz="1400" dirty="0">
                <a:latin typeface="D2Coding" panose="020B0609020101020101" pitchFamily="49" charset="-127"/>
                <a:ea typeface="D2Coding" panose="020B0609020101020101" pitchFamily="49" charset="-127"/>
                <a:cs typeface="Consolas" panose="020B0609020204030204" pitchFamily="49" charset="0"/>
              </a:rPr>
              <a:t> 28:         </a:t>
            </a:r>
          </a:p>
          <a:p>
            <a:pPr fontAlgn="base">
              <a:lnSpc>
                <a:spcPct val="120000"/>
              </a:lnSpc>
            </a:pPr>
            <a:r>
              <a:rPr lang="en-US" altLang="ko-KR" sz="1400" dirty="0">
                <a:latin typeface="D2Coding" panose="020B0609020101020101" pitchFamily="49" charset="-127"/>
                <a:ea typeface="D2Coding" panose="020B0609020101020101" pitchFamily="49" charset="-127"/>
                <a:cs typeface="Consolas" panose="020B0609020204030204" pitchFamily="49" charset="0"/>
              </a:rPr>
              <a:t> 29:     } else {</a:t>
            </a:r>
          </a:p>
          <a:p>
            <a:pPr fontAlgn="base">
              <a:lnSpc>
                <a:spcPct val="120000"/>
              </a:lnSpc>
            </a:pPr>
            <a:r>
              <a:rPr lang="en-US" altLang="ko-KR" sz="1400" dirty="0">
                <a:latin typeface="D2Coding" panose="020B0609020101020101" pitchFamily="49" charset="-127"/>
                <a:ea typeface="D2Coding" panose="020B0609020101020101" pitchFamily="49" charset="-127"/>
                <a:cs typeface="Consolas" panose="020B0609020204030204" pitchFamily="49" charset="0"/>
              </a:rPr>
              <a:t> 30:         </a:t>
            </a:r>
            <a:r>
              <a:rPr lang="en-US" altLang="ko-KR" sz="1400" dirty="0" err="1">
                <a:latin typeface="D2Coding" panose="020B0609020101020101" pitchFamily="49" charset="-127"/>
                <a:ea typeface="D2Coding" panose="020B0609020101020101" pitchFamily="49" charset="-127"/>
                <a:cs typeface="Consolas" panose="020B0609020204030204" pitchFamily="49" charset="0"/>
              </a:rPr>
              <a:t>out.print</a:t>
            </a:r>
            <a:r>
              <a:rPr lang="en-US" altLang="ko-KR" sz="1400" dirty="0">
                <a:latin typeface="D2Coding" panose="020B0609020101020101" pitchFamily="49" charset="-127"/>
                <a:ea typeface="D2Coding" panose="020B0609020101020101" pitchFamily="49" charset="-127"/>
                <a:cs typeface="Consolas" panose="020B0609020204030204" pitchFamily="49" charset="0"/>
              </a:rPr>
              <a:t>("</a:t>
            </a:r>
            <a:r>
              <a:rPr lang="ko-KR" altLang="en-US" sz="1400" dirty="0">
                <a:latin typeface="D2Coding" panose="020B0609020101020101" pitchFamily="49" charset="-127"/>
                <a:ea typeface="D2Coding" panose="020B0609020101020101" pitchFamily="49" charset="-127"/>
                <a:cs typeface="Consolas" panose="020B0609020204030204" pitchFamily="49" charset="0"/>
              </a:rPr>
              <a:t>업로드할 파일이 지정되지 않았습니다</a:t>
            </a:r>
            <a:r>
              <a:rPr lang="en-US" altLang="ko-KR" sz="1400" dirty="0">
                <a:latin typeface="D2Coding" panose="020B0609020101020101" pitchFamily="49" charset="-127"/>
                <a:ea typeface="D2Coding" panose="020B0609020101020101" pitchFamily="49" charset="-127"/>
                <a:cs typeface="Consolas" panose="020B0609020204030204" pitchFamily="49" charset="0"/>
              </a:rPr>
              <a:t>.");</a:t>
            </a:r>
          </a:p>
          <a:p>
            <a:pPr fontAlgn="base">
              <a:lnSpc>
                <a:spcPct val="120000"/>
              </a:lnSpc>
            </a:pPr>
            <a:r>
              <a:rPr lang="en-US" altLang="ko-KR" sz="1400" dirty="0">
                <a:latin typeface="D2Coding" panose="020B0609020101020101" pitchFamily="49" charset="-127"/>
                <a:ea typeface="D2Coding" panose="020B0609020101020101" pitchFamily="49" charset="-127"/>
                <a:cs typeface="Consolas" panose="020B0609020204030204" pitchFamily="49" charset="0"/>
              </a:rPr>
              <a:t> 31:     }</a:t>
            </a:r>
          </a:p>
          <a:p>
            <a:pPr fontAlgn="base">
              <a:lnSpc>
                <a:spcPct val="120000"/>
              </a:lnSpc>
            </a:pPr>
            <a:r>
              <a:rPr lang="en-US" altLang="ko-KR" sz="1400" dirty="0">
                <a:latin typeface="D2Coding" panose="020B0609020101020101" pitchFamily="49" charset="-127"/>
                <a:ea typeface="D2Coding" panose="020B0609020101020101" pitchFamily="49" charset="-127"/>
                <a:cs typeface="Consolas" panose="020B0609020204030204" pitchFamily="49" charset="0"/>
              </a:rPr>
              <a:t> 32: %&gt;</a:t>
            </a:r>
          </a:p>
          <a:p>
            <a:pPr fontAlgn="base">
              <a:lnSpc>
                <a:spcPct val="120000"/>
              </a:lnSpc>
            </a:pPr>
            <a:r>
              <a:rPr lang="en-US" altLang="ko-KR" sz="1400" dirty="0">
                <a:latin typeface="D2Coding" panose="020B0609020101020101" pitchFamily="49" charset="-127"/>
                <a:ea typeface="D2Coding" panose="020B0609020101020101" pitchFamily="49" charset="-127"/>
                <a:cs typeface="Consolas" panose="020B0609020204030204" pitchFamily="49" charset="0"/>
              </a:rPr>
              <a:t> 33: &lt;/body&gt;</a:t>
            </a:r>
          </a:p>
          <a:p>
            <a:pPr fontAlgn="base">
              <a:lnSpc>
                <a:spcPct val="120000"/>
              </a:lnSpc>
            </a:pPr>
            <a:r>
              <a:rPr lang="en-US" altLang="ko-KR" sz="1400" dirty="0">
                <a:latin typeface="D2Coding" panose="020B0609020101020101" pitchFamily="49" charset="-127"/>
                <a:ea typeface="D2Coding" panose="020B0609020101020101" pitchFamily="49" charset="-127"/>
                <a:cs typeface="Consolas" panose="020B0609020204030204" pitchFamily="49" charset="0"/>
              </a:rPr>
              <a:t> 34: &lt;/html&gt;</a:t>
            </a:r>
          </a:p>
        </p:txBody>
      </p:sp>
    </p:spTree>
    <p:extLst>
      <p:ext uri="{BB962C8B-B14F-4D97-AF65-F5344CB8AC3E}">
        <p14:creationId xmlns:p14="http://schemas.microsoft.com/office/powerpoint/2010/main" val="3694660008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0E2F43D9-3710-E4A8-D6DC-5A55C2FD0E2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ko-KR" dirty="0"/>
              <a:t>7.1 </a:t>
            </a:r>
            <a:r>
              <a:rPr lang="ko-KR" altLang="en-US" dirty="0"/>
              <a:t>파일 업로드</a:t>
            </a:r>
          </a:p>
        </p:txBody>
      </p:sp>
      <p:sp>
        <p:nvSpPr>
          <p:cNvPr id="3" name="내용 개체 틀 2">
            <a:extLst>
              <a:ext uri="{FF2B5EF4-FFF2-40B4-BE49-F238E27FC236}">
                <a16:creationId xmlns:a16="http://schemas.microsoft.com/office/drawing/2014/main" id="{17AA9E1C-83EE-A105-F467-D5256DAC08A0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ko-KR" altLang="en-US" dirty="0"/>
              <a:t>업로드 성공 내용이 </a:t>
            </a:r>
            <a:r>
              <a:rPr lang="ko-KR" altLang="en-US"/>
              <a:t>출력되면 프로젝트에 </a:t>
            </a:r>
            <a:r>
              <a:rPr lang="ko-KR" altLang="en-US" dirty="0" err="1"/>
              <a:t>우클릭하여</a:t>
            </a:r>
            <a:r>
              <a:rPr lang="ko-KR" altLang="en-US" dirty="0"/>
              <a:t> </a:t>
            </a:r>
            <a:r>
              <a:rPr lang="en-US" altLang="ko-KR" dirty="0"/>
              <a:t>Refresh </a:t>
            </a:r>
          </a:p>
          <a:p>
            <a:pPr marL="457200" lvl="1" indent="0">
              <a:buNone/>
            </a:pPr>
            <a:r>
              <a:rPr lang="en-US" altLang="ko-KR" dirty="0">
                <a:sym typeface="Wingdings" panose="05000000000000000000" pitchFamily="2" charset="2"/>
              </a:rPr>
              <a:t> </a:t>
            </a:r>
            <a:r>
              <a:rPr lang="ko-KR" altLang="en-US" dirty="0"/>
              <a:t>실제로 파일이 업로드 되었는지 확인</a:t>
            </a:r>
          </a:p>
        </p:txBody>
      </p:sp>
      <p:sp>
        <p:nvSpPr>
          <p:cNvPr id="4" name="슬라이드 번호 개체 틀 3">
            <a:extLst>
              <a:ext uri="{FF2B5EF4-FFF2-40B4-BE49-F238E27FC236}">
                <a16:creationId xmlns:a16="http://schemas.microsoft.com/office/drawing/2014/main" id="{AC5B8DDD-FBDF-4F14-F0DF-0FB26C09A564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/>
        <p:txBody>
          <a:bodyPr/>
          <a:lstStyle/>
          <a:p>
            <a:fld id="{5AA8C37D-6ADA-49EE-B609-6DB056DA936F}" type="slidenum">
              <a:rPr lang="ko-KR" altLang="en-US" smtClean="0"/>
              <a:pPr/>
              <a:t>11</a:t>
            </a:fld>
            <a:endParaRPr lang="ko-KR" altLang="en-US" dirty="0"/>
          </a:p>
        </p:txBody>
      </p:sp>
      <p:pic>
        <p:nvPicPr>
          <p:cNvPr id="9" name="그림 8">
            <a:extLst>
              <a:ext uri="{FF2B5EF4-FFF2-40B4-BE49-F238E27FC236}">
                <a16:creationId xmlns:a16="http://schemas.microsoft.com/office/drawing/2014/main" id="{330FF5AB-CD6F-9FBF-7FA4-BEBC7364AD8D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796136" y="1542986"/>
            <a:ext cx="2966864" cy="498235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908342599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8AC910E2-2528-4F0B-5BB4-3E22187F0A6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ko-KR" dirty="0"/>
              <a:t>7.1 </a:t>
            </a:r>
            <a:r>
              <a:rPr lang="ko-KR" altLang="en-US" dirty="0"/>
              <a:t>파일 업로드</a:t>
            </a:r>
          </a:p>
        </p:txBody>
      </p:sp>
      <p:sp>
        <p:nvSpPr>
          <p:cNvPr id="3" name="내용 개체 틀 2">
            <a:extLst>
              <a:ext uri="{FF2B5EF4-FFF2-40B4-BE49-F238E27FC236}">
                <a16:creationId xmlns:a16="http://schemas.microsoft.com/office/drawing/2014/main" id="{F8D5ECAC-052D-477C-151C-9AE56E3F299B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ko-KR" altLang="en-US" dirty="0"/>
              <a:t>같은 파일명을 가진 파일 업로드 처리</a:t>
            </a:r>
            <a:endParaRPr lang="en-US" altLang="ko-KR" dirty="0"/>
          </a:p>
          <a:p>
            <a:pPr lvl="1"/>
            <a:r>
              <a:rPr lang="ko-KR" altLang="en-US" dirty="0"/>
              <a:t>게시판 같은 곳에서 서로 다른 사용자가 같은 이름의 파일을 업로드했다고 해도 실제로는 같은 파일이 아닐 확률이 높음</a:t>
            </a:r>
            <a:endParaRPr lang="en-US" altLang="ko-KR" dirty="0"/>
          </a:p>
          <a:p>
            <a:pPr lvl="1"/>
            <a:r>
              <a:rPr lang="en-US" altLang="ko-KR" dirty="0"/>
              <a:t>abc.txt</a:t>
            </a:r>
            <a:r>
              <a:rPr lang="ko-KR" altLang="en-US" dirty="0"/>
              <a:t>라는 파일이 계속해서 업로드 될 경우</a:t>
            </a:r>
            <a:r>
              <a:rPr lang="en-US" altLang="ko-KR" dirty="0"/>
              <a:t>, </a:t>
            </a:r>
            <a:r>
              <a:rPr lang="en-US" altLang="ko-KR" dirty="0" err="1"/>
              <a:t>abc</a:t>
            </a:r>
            <a:r>
              <a:rPr lang="en-US" altLang="ko-KR" dirty="0"/>
              <a:t> (1).txt, </a:t>
            </a:r>
            <a:r>
              <a:rPr lang="en-US" altLang="ko-KR" dirty="0" err="1"/>
              <a:t>abc</a:t>
            </a:r>
            <a:r>
              <a:rPr lang="en-US" altLang="ko-KR" dirty="0"/>
              <a:t> (2).txt</a:t>
            </a:r>
            <a:r>
              <a:rPr lang="ko-KR" altLang="en-US" dirty="0"/>
              <a:t>와 같이 새로운 파일명을 만들어주는 메서드를 만들어 사용하면 편리</a:t>
            </a:r>
            <a:endParaRPr lang="en-US" altLang="ko-KR" dirty="0"/>
          </a:p>
          <a:p>
            <a:pPr lvl="1"/>
            <a:endParaRPr lang="en-US" altLang="ko-KR" dirty="0"/>
          </a:p>
          <a:p>
            <a:pPr lvl="1"/>
            <a:r>
              <a:rPr lang="en-US" altLang="ko-KR" dirty="0"/>
              <a:t>JSP </a:t>
            </a:r>
            <a:r>
              <a:rPr lang="ko-KR" altLang="en-US" dirty="0"/>
              <a:t>프로그램에서 메서드 정의는 </a:t>
            </a:r>
            <a:r>
              <a:rPr lang="en-US" altLang="ko-KR" dirty="0"/>
              <a:t>&lt;%   %&gt; </a:t>
            </a:r>
            <a:r>
              <a:rPr lang="ko-KR" altLang="en-US" dirty="0"/>
              <a:t>영역에서 할 수 없음</a:t>
            </a:r>
            <a:br>
              <a:rPr lang="en-US" altLang="ko-KR" dirty="0"/>
            </a:br>
            <a:r>
              <a:rPr lang="en-US" altLang="ko-KR" dirty="0">
                <a:sym typeface="Wingdings" panose="05000000000000000000" pitchFamily="2" charset="2"/>
              </a:rPr>
              <a:t>    </a:t>
            </a:r>
            <a:r>
              <a:rPr lang="en-US" altLang="ko-KR" dirty="0"/>
              <a:t>&lt;%</a:t>
            </a:r>
            <a:r>
              <a:rPr lang="en-US" altLang="ko-KR" dirty="0">
                <a:solidFill>
                  <a:srgbClr val="FF0000"/>
                </a:solidFill>
              </a:rPr>
              <a:t>!</a:t>
            </a:r>
            <a:r>
              <a:rPr lang="en-US" altLang="ko-KR" dirty="0"/>
              <a:t>   %&gt;</a:t>
            </a:r>
            <a:r>
              <a:rPr lang="ko-KR" altLang="en-US" dirty="0"/>
              <a:t>에서 정의해야 함</a:t>
            </a:r>
            <a:endParaRPr lang="en-US" altLang="ko-KR" dirty="0"/>
          </a:p>
          <a:p>
            <a:endParaRPr lang="ko-KR" altLang="en-US" dirty="0"/>
          </a:p>
        </p:txBody>
      </p:sp>
      <p:sp>
        <p:nvSpPr>
          <p:cNvPr id="4" name="슬라이드 번호 개체 틀 3">
            <a:extLst>
              <a:ext uri="{FF2B5EF4-FFF2-40B4-BE49-F238E27FC236}">
                <a16:creationId xmlns:a16="http://schemas.microsoft.com/office/drawing/2014/main" id="{993F204A-152E-A6BF-8F51-92805D586688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/>
        <p:txBody>
          <a:bodyPr/>
          <a:lstStyle/>
          <a:p>
            <a:fld id="{5AA8C37D-6ADA-49EE-B609-6DB056DA936F}" type="slidenum">
              <a:rPr lang="ko-KR" altLang="en-US" smtClean="0"/>
              <a:pPr/>
              <a:t>12</a:t>
            </a:fld>
            <a:endParaRPr lang="ko-KR" altLang="en-US" dirty="0"/>
          </a:p>
        </p:txBody>
      </p:sp>
    </p:spTree>
    <p:extLst>
      <p:ext uri="{BB962C8B-B14F-4D97-AF65-F5344CB8AC3E}">
        <p14:creationId xmlns:p14="http://schemas.microsoft.com/office/powerpoint/2010/main" val="3301961420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fontAlgn="base"/>
            <a:r>
              <a:rPr lang="en-US" altLang="ko-KR" dirty="0"/>
              <a:t>7.1 </a:t>
            </a:r>
            <a:r>
              <a:rPr lang="ko-KR" altLang="en-US" dirty="0"/>
              <a:t>파일 업로드</a:t>
            </a:r>
          </a:p>
        </p:txBody>
      </p:sp>
      <p:sp>
        <p:nvSpPr>
          <p:cNvPr id="4" name="슬라이드 번호 개체 틀 3"/>
          <p:cNvSpPr>
            <a:spLocks noGrp="1"/>
          </p:cNvSpPr>
          <p:nvPr>
            <p:ph type="sldNum" sz="quarter" idx="4"/>
          </p:nvPr>
        </p:nvSpPr>
        <p:spPr/>
        <p:txBody>
          <a:bodyPr/>
          <a:lstStyle/>
          <a:p>
            <a:fld id="{5AA8C37D-6ADA-49EE-B609-6DB056DA936F}" type="slidenum">
              <a:rPr lang="ko-KR" altLang="en-US" smtClean="0"/>
              <a:pPr/>
              <a:t>13</a:t>
            </a:fld>
            <a:endParaRPr lang="ko-KR" altLang="en-US" dirty="0"/>
          </a:p>
        </p:txBody>
      </p:sp>
      <p:sp>
        <p:nvSpPr>
          <p:cNvPr id="8" name="직사각형 7">
            <a:extLst>
              <a:ext uri="{FF2B5EF4-FFF2-40B4-BE49-F238E27FC236}">
                <a16:creationId xmlns:a16="http://schemas.microsoft.com/office/drawing/2014/main" id="{A543F91A-4A44-48D6-91A7-2A0EAF615EDA}"/>
              </a:ext>
            </a:extLst>
          </p:cNvPr>
          <p:cNvSpPr/>
          <p:nvPr/>
        </p:nvSpPr>
        <p:spPr>
          <a:xfrm>
            <a:off x="683568" y="1164712"/>
            <a:ext cx="8229600" cy="2847254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fontAlgn="base">
              <a:lnSpc>
                <a:spcPct val="120000"/>
              </a:lnSpc>
            </a:pPr>
            <a:r>
              <a:rPr lang="en-US" altLang="ko-KR" sz="1250" dirty="0">
                <a:latin typeface="D2Coding" panose="020B0609020101020101" pitchFamily="49" charset="-127"/>
                <a:ea typeface="D2Coding" panose="020B0609020101020101" pitchFamily="49" charset="-127"/>
                <a:cs typeface="Consolas" panose="020B0609020204030204" pitchFamily="49" charset="0"/>
              </a:rPr>
              <a:t>[</a:t>
            </a:r>
            <a:r>
              <a:rPr lang="ko-KR" altLang="en-US" sz="1250" dirty="0">
                <a:latin typeface="D2Coding" panose="020B0609020101020101" pitchFamily="49" charset="-127"/>
                <a:ea typeface="D2Coding" panose="020B0609020101020101" pitchFamily="49" charset="-127"/>
                <a:cs typeface="Consolas" panose="020B0609020204030204" pitchFamily="49" charset="0"/>
              </a:rPr>
              <a:t>예제 </a:t>
            </a:r>
            <a:r>
              <a:rPr lang="en-US" altLang="ko-KR" sz="1250" dirty="0">
                <a:latin typeface="D2Coding" panose="020B0609020101020101" pitchFamily="49" charset="-127"/>
                <a:ea typeface="D2Coding" panose="020B0609020101020101" pitchFamily="49" charset="-127"/>
                <a:cs typeface="Consolas" panose="020B0609020204030204" pitchFamily="49" charset="0"/>
              </a:rPr>
              <a:t>7-3] </a:t>
            </a:r>
            <a:r>
              <a:rPr lang="ko-KR" altLang="en-US" sz="1250" dirty="0">
                <a:latin typeface="D2Coding" panose="020B0609020101020101" pitchFamily="49" charset="-127"/>
                <a:ea typeface="D2Coding" panose="020B0609020101020101" pitchFamily="49" charset="-127"/>
                <a:cs typeface="Consolas" panose="020B0609020204030204" pitchFamily="49" charset="0"/>
              </a:rPr>
              <a:t>파일 업로드를 처리하는 프로그램 </a:t>
            </a:r>
            <a:r>
              <a:rPr lang="en-US" altLang="ko-KR" sz="1250" dirty="0">
                <a:latin typeface="D2Coding" panose="020B0609020101020101" pitchFamily="49" charset="-127"/>
                <a:ea typeface="D2Coding" panose="020B0609020101020101" pitchFamily="49" charset="-127"/>
                <a:cs typeface="Consolas" panose="020B0609020204030204" pitchFamily="49" charset="0"/>
              </a:rPr>
              <a:t>– </a:t>
            </a:r>
            <a:r>
              <a:rPr lang="ko-KR" altLang="en-US" sz="1250" dirty="0">
                <a:latin typeface="D2Coding" panose="020B0609020101020101" pitchFamily="49" charset="-127"/>
                <a:ea typeface="D2Coding" panose="020B0609020101020101" pitchFamily="49" charset="-127"/>
                <a:cs typeface="Consolas" panose="020B0609020204030204" pitchFamily="49" charset="0"/>
              </a:rPr>
              <a:t>같은 파일 업로드 시 파일명 변경 </a:t>
            </a:r>
            <a:r>
              <a:rPr lang="en-US" altLang="ko-KR" sz="1250" dirty="0">
                <a:latin typeface="D2Coding" panose="020B0609020101020101" pitchFamily="49" charset="-127"/>
                <a:ea typeface="D2Coding" panose="020B0609020101020101" pitchFamily="49" charset="-127"/>
                <a:cs typeface="Consolas" panose="020B0609020204030204" pitchFamily="49" charset="0"/>
              </a:rPr>
              <a:t>(7-3.jsp)</a:t>
            </a:r>
          </a:p>
          <a:p>
            <a:pPr fontAlgn="base">
              <a:lnSpc>
                <a:spcPct val="120000"/>
              </a:lnSpc>
            </a:pPr>
            <a:endParaRPr lang="en-US" altLang="ko-KR" sz="1250" dirty="0">
              <a:latin typeface="D2Coding" panose="020B0609020101020101" pitchFamily="49" charset="-127"/>
              <a:ea typeface="D2Coding" panose="020B0609020101020101" pitchFamily="49" charset="-127"/>
              <a:cs typeface="Consolas" panose="020B0609020204030204" pitchFamily="49" charset="0"/>
            </a:endParaRPr>
          </a:p>
          <a:p>
            <a:pPr fontAlgn="base">
              <a:lnSpc>
                <a:spcPct val="120000"/>
              </a:lnSpc>
            </a:pPr>
            <a:r>
              <a:rPr lang="en-US" altLang="ko-KR" sz="1250" dirty="0">
                <a:latin typeface="D2Coding" panose="020B0609020101020101" pitchFamily="49" charset="-127"/>
                <a:ea typeface="D2Coding" panose="020B0609020101020101" pitchFamily="49" charset="-127"/>
                <a:cs typeface="Consolas" panose="020B0609020204030204" pitchFamily="49" charset="0"/>
              </a:rPr>
              <a:t>  1: &lt;%@ page language="java" </a:t>
            </a:r>
            <a:r>
              <a:rPr lang="en-US" altLang="ko-KR" sz="1250" dirty="0" err="1">
                <a:latin typeface="D2Coding" panose="020B0609020101020101" pitchFamily="49" charset="-127"/>
                <a:ea typeface="D2Coding" panose="020B0609020101020101" pitchFamily="49" charset="-127"/>
                <a:cs typeface="Consolas" panose="020B0609020204030204" pitchFamily="49" charset="0"/>
              </a:rPr>
              <a:t>contentType</a:t>
            </a:r>
            <a:r>
              <a:rPr lang="en-US" altLang="ko-KR" sz="1250" dirty="0">
                <a:latin typeface="D2Coding" panose="020B0609020101020101" pitchFamily="49" charset="-127"/>
                <a:ea typeface="D2Coding" panose="020B0609020101020101" pitchFamily="49" charset="-127"/>
                <a:cs typeface="Consolas" panose="020B0609020204030204" pitchFamily="49" charset="0"/>
              </a:rPr>
              <a:t>="text/html; charset=UTF-8"</a:t>
            </a:r>
          </a:p>
          <a:p>
            <a:pPr fontAlgn="base">
              <a:lnSpc>
                <a:spcPct val="120000"/>
              </a:lnSpc>
            </a:pPr>
            <a:r>
              <a:rPr lang="en-US" altLang="ko-KR" sz="1250" dirty="0">
                <a:latin typeface="D2Coding" panose="020B0609020101020101" pitchFamily="49" charset="-127"/>
                <a:ea typeface="D2Coding" panose="020B0609020101020101" pitchFamily="49" charset="-127"/>
                <a:cs typeface="Consolas" panose="020B0609020204030204" pitchFamily="49" charset="0"/>
              </a:rPr>
              <a:t>  2:     </a:t>
            </a:r>
            <a:r>
              <a:rPr lang="en-US" altLang="ko-KR" sz="1250" dirty="0" err="1">
                <a:latin typeface="D2Coding" panose="020B0609020101020101" pitchFamily="49" charset="-127"/>
                <a:ea typeface="D2Coding" panose="020B0609020101020101" pitchFamily="49" charset="-127"/>
                <a:cs typeface="Consolas" panose="020B0609020204030204" pitchFamily="49" charset="0"/>
              </a:rPr>
              <a:t>pageEncoding</a:t>
            </a:r>
            <a:r>
              <a:rPr lang="en-US" altLang="ko-KR" sz="1250" dirty="0">
                <a:latin typeface="D2Coding" panose="020B0609020101020101" pitchFamily="49" charset="-127"/>
                <a:ea typeface="D2Coding" panose="020B0609020101020101" pitchFamily="49" charset="-127"/>
                <a:cs typeface="Consolas" panose="020B0609020204030204" pitchFamily="49" charset="0"/>
              </a:rPr>
              <a:t>="UTF-8"%&gt;</a:t>
            </a:r>
          </a:p>
          <a:p>
            <a:pPr fontAlgn="base">
              <a:lnSpc>
                <a:spcPct val="120000"/>
              </a:lnSpc>
            </a:pPr>
            <a:r>
              <a:rPr lang="en-US" altLang="ko-KR" sz="1250" dirty="0">
                <a:latin typeface="D2Coding" panose="020B0609020101020101" pitchFamily="49" charset="-127"/>
                <a:ea typeface="D2Coding" panose="020B0609020101020101" pitchFamily="49" charset="-127"/>
                <a:cs typeface="Consolas" panose="020B0609020204030204" pitchFamily="49" charset="0"/>
              </a:rPr>
              <a:t>  3: &lt;%@ page import="java.io.*"%&gt;</a:t>
            </a:r>
          </a:p>
          <a:p>
            <a:pPr fontAlgn="base">
              <a:lnSpc>
                <a:spcPct val="120000"/>
              </a:lnSpc>
            </a:pPr>
            <a:r>
              <a:rPr lang="en-US" altLang="ko-KR" sz="1250" dirty="0">
                <a:latin typeface="D2Coding" panose="020B0609020101020101" pitchFamily="49" charset="-127"/>
                <a:ea typeface="D2Coding" panose="020B0609020101020101" pitchFamily="49" charset="-127"/>
                <a:cs typeface="Consolas" panose="020B0609020204030204" pitchFamily="49" charset="0"/>
              </a:rPr>
              <a:t>  4:   </a:t>
            </a:r>
          </a:p>
          <a:p>
            <a:pPr fontAlgn="base">
              <a:lnSpc>
                <a:spcPct val="120000"/>
              </a:lnSpc>
            </a:pPr>
            <a:r>
              <a:rPr lang="en-US" altLang="ko-KR" sz="1250" dirty="0">
                <a:latin typeface="D2Coding" panose="020B0609020101020101" pitchFamily="49" charset="-127"/>
                <a:ea typeface="D2Coding" panose="020B0609020101020101" pitchFamily="49" charset="-127"/>
                <a:cs typeface="Consolas" panose="020B0609020204030204" pitchFamily="49" charset="0"/>
              </a:rPr>
              <a:t>  5: &lt;!DOCTYPE html&gt;</a:t>
            </a:r>
          </a:p>
          <a:p>
            <a:pPr fontAlgn="base">
              <a:lnSpc>
                <a:spcPct val="120000"/>
              </a:lnSpc>
            </a:pPr>
            <a:r>
              <a:rPr lang="en-US" altLang="ko-KR" sz="1250" dirty="0">
                <a:latin typeface="D2Coding" panose="020B0609020101020101" pitchFamily="49" charset="-127"/>
                <a:ea typeface="D2Coding" panose="020B0609020101020101" pitchFamily="49" charset="-127"/>
                <a:cs typeface="Consolas" panose="020B0609020204030204" pitchFamily="49" charset="0"/>
              </a:rPr>
              <a:t>  6: &lt;html&gt;</a:t>
            </a:r>
          </a:p>
          <a:p>
            <a:pPr fontAlgn="base">
              <a:lnSpc>
                <a:spcPct val="120000"/>
              </a:lnSpc>
            </a:pPr>
            <a:r>
              <a:rPr lang="en-US" altLang="ko-KR" sz="1250" dirty="0">
                <a:latin typeface="D2Coding" panose="020B0609020101020101" pitchFamily="49" charset="-127"/>
                <a:ea typeface="D2Coding" panose="020B0609020101020101" pitchFamily="49" charset="-127"/>
                <a:cs typeface="Consolas" panose="020B0609020204030204" pitchFamily="49" charset="0"/>
              </a:rPr>
              <a:t>  7: &lt;head&gt;</a:t>
            </a:r>
          </a:p>
          <a:p>
            <a:pPr fontAlgn="base">
              <a:lnSpc>
                <a:spcPct val="120000"/>
              </a:lnSpc>
            </a:pPr>
            <a:r>
              <a:rPr lang="en-US" altLang="ko-KR" sz="1250" dirty="0">
                <a:latin typeface="D2Coding" panose="020B0609020101020101" pitchFamily="49" charset="-127"/>
                <a:ea typeface="D2Coding" panose="020B0609020101020101" pitchFamily="49" charset="-127"/>
                <a:cs typeface="Consolas" panose="020B0609020204030204" pitchFamily="49" charset="0"/>
              </a:rPr>
              <a:t>  8: &lt;meta charset="UTF-8"&gt;</a:t>
            </a:r>
          </a:p>
          <a:p>
            <a:pPr fontAlgn="base">
              <a:lnSpc>
                <a:spcPct val="120000"/>
              </a:lnSpc>
            </a:pPr>
            <a:r>
              <a:rPr lang="en-US" altLang="ko-KR" sz="1250" dirty="0">
                <a:latin typeface="D2Coding" panose="020B0609020101020101" pitchFamily="49" charset="-127"/>
                <a:ea typeface="D2Coding" panose="020B0609020101020101" pitchFamily="49" charset="-127"/>
                <a:cs typeface="Consolas" panose="020B0609020204030204" pitchFamily="49" charset="0"/>
              </a:rPr>
              <a:t>  9: &lt;/head&gt;</a:t>
            </a:r>
          </a:p>
          <a:p>
            <a:pPr fontAlgn="base">
              <a:lnSpc>
                <a:spcPct val="120000"/>
              </a:lnSpc>
            </a:pPr>
            <a:r>
              <a:rPr lang="en-US" altLang="ko-KR" sz="1250" dirty="0">
                <a:latin typeface="D2Coding" panose="020B0609020101020101" pitchFamily="49" charset="-127"/>
                <a:ea typeface="D2Coding" panose="020B0609020101020101" pitchFamily="49" charset="-127"/>
                <a:cs typeface="Consolas" panose="020B0609020204030204" pitchFamily="49" charset="0"/>
              </a:rPr>
              <a:t> 10: &lt;body&gt;</a:t>
            </a:r>
          </a:p>
        </p:txBody>
      </p:sp>
    </p:spTree>
    <p:extLst>
      <p:ext uri="{BB962C8B-B14F-4D97-AF65-F5344CB8AC3E}">
        <p14:creationId xmlns:p14="http://schemas.microsoft.com/office/powerpoint/2010/main" val="2398450963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fontAlgn="base"/>
            <a:r>
              <a:rPr lang="en-US" altLang="ko-KR" dirty="0"/>
              <a:t>7.1 </a:t>
            </a:r>
            <a:r>
              <a:rPr lang="ko-KR" altLang="en-US" dirty="0"/>
              <a:t>파일 업로드</a:t>
            </a:r>
          </a:p>
        </p:txBody>
      </p:sp>
      <p:sp>
        <p:nvSpPr>
          <p:cNvPr id="4" name="슬라이드 번호 개체 틀 3"/>
          <p:cNvSpPr>
            <a:spLocks noGrp="1"/>
          </p:cNvSpPr>
          <p:nvPr>
            <p:ph type="sldNum" sz="quarter" idx="4"/>
          </p:nvPr>
        </p:nvSpPr>
        <p:spPr/>
        <p:txBody>
          <a:bodyPr/>
          <a:lstStyle/>
          <a:p>
            <a:fld id="{5AA8C37D-6ADA-49EE-B609-6DB056DA936F}" type="slidenum">
              <a:rPr lang="ko-KR" altLang="en-US" smtClean="0"/>
              <a:pPr/>
              <a:t>14</a:t>
            </a:fld>
            <a:endParaRPr lang="ko-KR" altLang="en-US" dirty="0"/>
          </a:p>
        </p:txBody>
      </p:sp>
      <p:sp>
        <p:nvSpPr>
          <p:cNvPr id="8" name="직사각형 7">
            <a:extLst>
              <a:ext uri="{FF2B5EF4-FFF2-40B4-BE49-F238E27FC236}">
                <a16:creationId xmlns:a16="http://schemas.microsoft.com/office/drawing/2014/main" id="{A543F91A-4A44-48D6-91A7-2A0EAF615EDA}"/>
              </a:ext>
            </a:extLst>
          </p:cNvPr>
          <p:cNvSpPr/>
          <p:nvPr/>
        </p:nvSpPr>
        <p:spPr>
          <a:xfrm>
            <a:off x="723900" y="905507"/>
            <a:ext cx="8229600" cy="5848076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fontAlgn="base">
              <a:lnSpc>
                <a:spcPct val="120000"/>
              </a:lnSpc>
            </a:pPr>
            <a:r>
              <a:rPr lang="en-US" altLang="ko-KR" sz="1250" dirty="0">
                <a:latin typeface="D2Coding" panose="020B0609020101020101" pitchFamily="49" charset="-127"/>
                <a:ea typeface="D2Coding" panose="020B0609020101020101" pitchFamily="49" charset="-127"/>
                <a:cs typeface="Consolas" panose="020B0609020204030204" pitchFamily="49" charset="0"/>
              </a:rPr>
              <a:t> 11: &lt;%</a:t>
            </a:r>
            <a:r>
              <a:rPr lang="en-US" altLang="ko-KR" sz="1250" dirty="0">
                <a:solidFill>
                  <a:srgbClr val="FF0000"/>
                </a:solidFill>
                <a:latin typeface="D2Coding" panose="020B0609020101020101" pitchFamily="49" charset="-127"/>
                <a:ea typeface="D2Coding" panose="020B0609020101020101" pitchFamily="49" charset="-127"/>
                <a:cs typeface="Consolas" panose="020B0609020204030204" pitchFamily="49" charset="0"/>
              </a:rPr>
              <a:t>!</a:t>
            </a:r>
          </a:p>
          <a:p>
            <a:pPr fontAlgn="base">
              <a:lnSpc>
                <a:spcPct val="120000"/>
              </a:lnSpc>
            </a:pPr>
            <a:r>
              <a:rPr lang="en-US" altLang="ko-KR" sz="1250" dirty="0">
                <a:latin typeface="D2Coding" panose="020B0609020101020101" pitchFamily="49" charset="-127"/>
                <a:ea typeface="D2Coding" panose="020B0609020101020101" pitchFamily="49" charset="-127"/>
                <a:cs typeface="Consolas" panose="020B0609020204030204" pitchFamily="49" charset="0"/>
              </a:rPr>
              <a:t> 12:     // </a:t>
            </a:r>
            <a:r>
              <a:rPr lang="ko-KR" altLang="en-US" sz="1250" dirty="0">
                <a:latin typeface="D2Coding" panose="020B0609020101020101" pitchFamily="49" charset="-127"/>
                <a:ea typeface="D2Coding" panose="020B0609020101020101" pitchFamily="49" charset="-127"/>
                <a:cs typeface="Consolas" panose="020B0609020204030204" pitchFamily="49" charset="0"/>
              </a:rPr>
              <a:t>이미 같은 이름을 가진 파일이 있으면</a:t>
            </a:r>
            <a:r>
              <a:rPr lang="en-US" altLang="ko-KR" sz="1250" dirty="0">
                <a:latin typeface="D2Coding" panose="020B0609020101020101" pitchFamily="49" charset="-127"/>
                <a:ea typeface="D2Coding" panose="020B0609020101020101" pitchFamily="49" charset="-127"/>
                <a:cs typeface="Consolas" panose="020B0609020204030204" pitchFamily="49" charset="0"/>
              </a:rPr>
              <a:t>, </a:t>
            </a:r>
            <a:r>
              <a:rPr lang="ko-KR" altLang="en-US" sz="1250" dirty="0">
                <a:latin typeface="D2Coding" panose="020B0609020101020101" pitchFamily="49" charset="-127"/>
                <a:ea typeface="D2Coding" panose="020B0609020101020101" pitchFamily="49" charset="-127"/>
                <a:cs typeface="Consolas" panose="020B0609020204030204" pitchFamily="49" charset="0"/>
              </a:rPr>
              <a:t>변경된 파일명을 반환하는 메서드</a:t>
            </a:r>
          </a:p>
          <a:p>
            <a:pPr fontAlgn="base">
              <a:lnSpc>
                <a:spcPct val="120000"/>
              </a:lnSpc>
            </a:pPr>
            <a:r>
              <a:rPr lang="ko-KR" altLang="en-US" sz="1250" dirty="0">
                <a:latin typeface="D2Coding" panose="020B0609020101020101" pitchFamily="49" charset="-127"/>
                <a:ea typeface="D2Coding" panose="020B0609020101020101" pitchFamily="49" charset="-127"/>
                <a:cs typeface="Consolas" panose="020B0609020204030204" pitchFamily="49" charset="0"/>
              </a:rPr>
              <a:t> </a:t>
            </a:r>
            <a:r>
              <a:rPr lang="en-US" altLang="ko-KR" sz="1250" dirty="0">
                <a:latin typeface="D2Coding" panose="020B0609020101020101" pitchFamily="49" charset="-127"/>
                <a:ea typeface="D2Coding" panose="020B0609020101020101" pitchFamily="49" charset="-127"/>
                <a:cs typeface="Consolas" panose="020B0609020204030204" pitchFamily="49" charset="0"/>
              </a:rPr>
              <a:t>13:     String </a:t>
            </a:r>
            <a:r>
              <a:rPr lang="en-US" altLang="ko-KR" sz="1250" dirty="0" err="1">
                <a:latin typeface="D2Coding" panose="020B0609020101020101" pitchFamily="49" charset="-127"/>
                <a:ea typeface="D2Coding" panose="020B0609020101020101" pitchFamily="49" charset="-127"/>
                <a:cs typeface="Consolas" panose="020B0609020204030204" pitchFamily="49" charset="0"/>
              </a:rPr>
              <a:t>getFileNameToSave</a:t>
            </a:r>
            <a:r>
              <a:rPr lang="en-US" altLang="ko-KR" sz="1250" dirty="0">
                <a:latin typeface="D2Coding" panose="020B0609020101020101" pitchFamily="49" charset="-127"/>
                <a:ea typeface="D2Coding" panose="020B0609020101020101" pitchFamily="49" charset="-127"/>
                <a:cs typeface="Consolas" panose="020B0609020204030204" pitchFamily="49" charset="0"/>
              </a:rPr>
              <a:t>(String path, String </a:t>
            </a:r>
            <a:r>
              <a:rPr lang="en-US" altLang="ko-KR" sz="1250" dirty="0" err="1">
                <a:latin typeface="D2Coding" panose="020B0609020101020101" pitchFamily="49" charset="-127"/>
                <a:ea typeface="D2Coding" panose="020B0609020101020101" pitchFamily="49" charset="-127"/>
                <a:cs typeface="Consolas" panose="020B0609020204030204" pitchFamily="49" charset="0"/>
              </a:rPr>
              <a:t>fileName</a:t>
            </a:r>
            <a:r>
              <a:rPr lang="en-US" altLang="ko-KR" sz="1250" dirty="0">
                <a:latin typeface="D2Coding" panose="020B0609020101020101" pitchFamily="49" charset="-127"/>
                <a:ea typeface="D2Coding" panose="020B0609020101020101" pitchFamily="49" charset="-127"/>
                <a:cs typeface="Consolas" panose="020B0609020204030204" pitchFamily="49" charset="0"/>
              </a:rPr>
              <a:t>) {</a:t>
            </a:r>
          </a:p>
          <a:p>
            <a:pPr fontAlgn="base">
              <a:lnSpc>
                <a:spcPct val="120000"/>
              </a:lnSpc>
            </a:pPr>
            <a:r>
              <a:rPr lang="en-US" altLang="ko-KR" sz="1250" dirty="0">
                <a:latin typeface="D2Coding" panose="020B0609020101020101" pitchFamily="49" charset="-127"/>
                <a:ea typeface="D2Coding" panose="020B0609020101020101" pitchFamily="49" charset="-127"/>
                <a:cs typeface="Consolas" panose="020B0609020204030204" pitchFamily="49" charset="0"/>
              </a:rPr>
              <a:t> 14:         // </a:t>
            </a:r>
            <a:r>
              <a:rPr lang="ko-KR" altLang="en-US" sz="1250" dirty="0">
                <a:latin typeface="D2Coding" panose="020B0609020101020101" pitchFamily="49" charset="-127"/>
                <a:ea typeface="D2Coding" panose="020B0609020101020101" pitchFamily="49" charset="-127"/>
                <a:cs typeface="Consolas" panose="020B0609020204030204" pitchFamily="49" charset="0"/>
              </a:rPr>
              <a:t>확장자 부분 찾기</a:t>
            </a:r>
          </a:p>
          <a:p>
            <a:pPr fontAlgn="base">
              <a:lnSpc>
                <a:spcPct val="120000"/>
              </a:lnSpc>
            </a:pPr>
            <a:r>
              <a:rPr lang="ko-KR" altLang="en-US" sz="1250" dirty="0">
                <a:latin typeface="D2Coding" panose="020B0609020101020101" pitchFamily="49" charset="-127"/>
                <a:ea typeface="D2Coding" panose="020B0609020101020101" pitchFamily="49" charset="-127"/>
                <a:cs typeface="Consolas" panose="020B0609020204030204" pitchFamily="49" charset="0"/>
              </a:rPr>
              <a:t> </a:t>
            </a:r>
            <a:r>
              <a:rPr lang="en-US" altLang="ko-KR" sz="1250" dirty="0">
                <a:latin typeface="D2Coding" panose="020B0609020101020101" pitchFamily="49" charset="-127"/>
                <a:ea typeface="D2Coding" panose="020B0609020101020101" pitchFamily="49" charset="-127"/>
                <a:cs typeface="Consolas" panose="020B0609020204030204" pitchFamily="49" charset="0"/>
              </a:rPr>
              <a:t>15:         int </a:t>
            </a:r>
            <a:r>
              <a:rPr lang="en-US" altLang="ko-KR" sz="1250" dirty="0" err="1">
                <a:latin typeface="D2Coding" panose="020B0609020101020101" pitchFamily="49" charset="-127"/>
                <a:ea typeface="D2Coding" panose="020B0609020101020101" pitchFamily="49" charset="-127"/>
                <a:cs typeface="Consolas" panose="020B0609020204030204" pitchFamily="49" charset="0"/>
              </a:rPr>
              <a:t>extIndex</a:t>
            </a:r>
            <a:r>
              <a:rPr lang="en-US" altLang="ko-KR" sz="1250" dirty="0">
                <a:latin typeface="D2Coding" panose="020B0609020101020101" pitchFamily="49" charset="-127"/>
                <a:ea typeface="D2Coding" panose="020B0609020101020101" pitchFamily="49" charset="-127"/>
                <a:cs typeface="Consolas" panose="020B0609020204030204" pitchFamily="49" charset="0"/>
              </a:rPr>
              <a:t> = </a:t>
            </a:r>
            <a:r>
              <a:rPr lang="en-US" altLang="ko-KR" sz="1250" dirty="0" err="1">
                <a:latin typeface="D2Coding" panose="020B0609020101020101" pitchFamily="49" charset="-127"/>
                <a:ea typeface="D2Coding" panose="020B0609020101020101" pitchFamily="49" charset="-127"/>
                <a:cs typeface="Consolas" panose="020B0609020204030204" pitchFamily="49" charset="0"/>
              </a:rPr>
              <a:t>fileName.lastIndexOf</a:t>
            </a:r>
            <a:r>
              <a:rPr lang="en-US" altLang="ko-KR" sz="1250" dirty="0">
                <a:latin typeface="D2Coding" panose="020B0609020101020101" pitchFamily="49" charset="-127"/>
                <a:ea typeface="D2Coding" panose="020B0609020101020101" pitchFamily="49" charset="-127"/>
                <a:cs typeface="Consolas" panose="020B0609020204030204" pitchFamily="49" charset="0"/>
              </a:rPr>
              <a:t>(".");</a:t>
            </a:r>
          </a:p>
          <a:p>
            <a:pPr fontAlgn="base">
              <a:lnSpc>
                <a:spcPct val="120000"/>
              </a:lnSpc>
            </a:pPr>
            <a:r>
              <a:rPr lang="en-US" altLang="ko-KR" sz="1250" dirty="0">
                <a:latin typeface="D2Coding" panose="020B0609020101020101" pitchFamily="49" charset="-127"/>
                <a:ea typeface="D2Coding" panose="020B0609020101020101" pitchFamily="49" charset="-127"/>
                <a:cs typeface="Consolas" panose="020B0609020204030204" pitchFamily="49" charset="0"/>
              </a:rPr>
              <a:t> 16:         </a:t>
            </a:r>
          </a:p>
          <a:p>
            <a:pPr fontAlgn="base">
              <a:lnSpc>
                <a:spcPct val="120000"/>
              </a:lnSpc>
            </a:pPr>
            <a:r>
              <a:rPr lang="en-US" altLang="ko-KR" sz="1250" dirty="0">
                <a:latin typeface="D2Coding" panose="020B0609020101020101" pitchFamily="49" charset="-127"/>
                <a:ea typeface="D2Coding" panose="020B0609020101020101" pitchFamily="49" charset="-127"/>
                <a:cs typeface="Consolas" panose="020B0609020204030204" pitchFamily="49" charset="0"/>
              </a:rPr>
              <a:t> 17:         // </a:t>
            </a:r>
            <a:r>
              <a:rPr lang="ko-KR" altLang="en-US" sz="1250" dirty="0">
                <a:latin typeface="D2Coding" panose="020B0609020101020101" pitchFamily="49" charset="-127"/>
                <a:ea typeface="D2Coding" panose="020B0609020101020101" pitchFamily="49" charset="-127"/>
                <a:cs typeface="Consolas" panose="020B0609020204030204" pitchFamily="49" charset="0"/>
              </a:rPr>
              <a:t>파일 </a:t>
            </a:r>
            <a:r>
              <a:rPr lang="en-US" altLang="ko-KR" sz="1250" dirty="0">
                <a:latin typeface="D2Coding" panose="020B0609020101020101" pitchFamily="49" charset="-127"/>
                <a:ea typeface="D2Coding" panose="020B0609020101020101" pitchFamily="49" charset="-127"/>
                <a:cs typeface="Consolas" panose="020B0609020204030204" pitchFamily="49" charset="0"/>
              </a:rPr>
              <a:t>base name</a:t>
            </a:r>
            <a:r>
              <a:rPr lang="ko-KR" altLang="en-US" sz="1250" dirty="0">
                <a:latin typeface="D2Coding" panose="020B0609020101020101" pitchFamily="49" charset="-127"/>
                <a:ea typeface="D2Coding" panose="020B0609020101020101" pitchFamily="49" charset="-127"/>
                <a:cs typeface="Consolas" panose="020B0609020204030204" pitchFamily="49" charset="0"/>
              </a:rPr>
              <a:t>과 확장자를 분리하여 </a:t>
            </a:r>
            <a:r>
              <a:rPr lang="en-US" altLang="ko-KR" sz="1250" dirty="0">
                <a:latin typeface="D2Coding" panose="020B0609020101020101" pitchFamily="49" charset="-127"/>
                <a:ea typeface="D2Coding" panose="020B0609020101020101" pitchFamily="49" charset="-127"/>
                <a:cs typeface="Consolas" panose="020B0609020204030204" pitchFamily="49" charset="0"/>
              </a:rPr>
              <a:t>base, </a:t>
            </a:r>
            <a:r>
              <a:rPr lang="en-US" altLang="ko-KR" sz="1250" dirty="0" err="1">
                <a:latin typeface="D2Coding" panose="020B0609020101020101" pitchFamily="49" charset="-127"/>
                <a:ea typeface="D2Coding" panose="020B0609020101020101" pitchFamily="49" charset="-127"/>
                <a:cs typeface="Consolas" panose="020B0609020204030204" pitchFamily="49" charset="0"/>
              </a:rPr>
              <a:t>ext</a:t>
            </a:r>
            <a:r>
              <a:rPr lang="ko-KR" altLang="en-US" sz="1250" dirty="0">
                <a:latin typeface="D2Coding" panose="020B0609020101020101" pitchFamily="49" charset="-127"/>
                <a:ea typeface="D2Coding" panose="020B0609020101020101" pitchFamily="49" charset="-127"/>
                <a:cs typeface="Consolas" panose="020B0609020204030204" pitchFamily="49" charset="0"/>
              </a:rPr>
              <a:t>에 담음</a:t>
            </a:r>
          </a:p>
          <a:p>
            <a:pPr fontAlgn="base">
              <a:lnSpc>
                <a:spcPct val="120000"/>
              </a:lnSpc>
            </a:pPr>
            <a:r>
              <a:rPr lang="ko-KR" altLang="en-US" sz="1250" dirty="0">
                <a:latin typeface="D2Coding" panose="020B0609020101020101" pitchFamily="49" charset="-127"/>
                <a:ea typeface="D2Coding" panose="020B0609020101020101" pitchFamily="49" charset="-127"/>
                <a:cs typeface="Consolas" panose="020B0609020204030204" pitchFamily="49" charset="0"/>
              </a:rPr>
              <a:t> </a:t>
            </a:r>
            <a:r>
              <a:rPr lang="en-US" altLang="ko-KR" sz="1250" dirty="0">
                <a:latin typeface="D2Coding" panose="020B0609020101020101" pitchFamily="49" charset="-127"/>
                <a:ea typeface="D2Coding" panose="020B0609020101020101" pitchFamily="49" charset="-127"/>
                <a:cs typeface="Consolas" panose="020B0609020204030204" pitchFamily="49" charset="0"/>
              </a:rPr>
              <a:t>18:         String base, </a:t>
            </a:r>
            <a:r>
              <a:rPr lang="en-US" altLang="ko-KR" sz="1250" dirty="0" err="1">
                <a:latin typeface="D2Coding" panose="020B0609020101020101" pitchFamily="49" charset="-127"/>
                <a:ea typeface="D2Coding" panose="020B0609020101020101" pitchFamily="49" charset="-127"/>
                <a:cs typeface="Consolas" panose="020B0609020204030204" pitchFamily="49" charset="0"/>
              </a:rPr>
              <a:t>ext</a:t>
            </a:r>
            <a:r>
              <a:rPr lang="en-US" altLang="ko-KR" sz="1250" dirty="0">
                <a:latin typeface="D2Coding" panose="020B0609020101020101" pitchFamily="49" charset="-127"/>
                <a:ea typeface="D2Coding" panose="020B0609020101020101" pitchFamily="49" charset="-127"/>
                <a:cs typeface="Consolas" panose="020B0609020204030204" pitchFamily="49" charset="0"/>
              </a:rPr>
              <a:t>;</a:t>
            </a:r>
          </a:p>
          <a:p>
            <a:pPr fontAlgn="base">
              <a:lnSpc>
                <a:spcPct val="120000"/>
              </a:lnSpc>
            </a:pPr>
            <a:r>
              <a:rPr lang="en-US" altLang="ko-KR" sz="1250" dirty="0">
                <a:latin typeface="D2Coding" panose="020B0609020101020101" pitchFamily="49" charset="-127"/>
                <a:ea typeface="D2Coding" panose="020B0609020101020101" pitchFamily="49" charset="-127"/>
                <a:cs typeface="Consolas" panose="020B0609020204030204" pitchFamily="49" charset="0"/>
              </a:rPr>
              <a:t> 19:         if (</a:t>
            </a:r>
            <a:r>
              <a:rPr lang="en-US" altLang="ko-KR" sz="1250" dirty="0" err="1">
                <a:latin typeface="D2Coding" panose="020B0609020101020101" pitchFamily="49" charset="-127"/>
                <a:ea typeface="D2Coding" panose="020B0609020101020101" pitchFamily="49" charset="-127"/>
                <a:cs typeface="Consolas" panose="020B0609020204030204" pitchFamily="49" charset="0"/>
              </a:rPr>
              <a:t>extIndex</a:t>
            </a:r>
            <a:r>
              <a:rPr lang="en-US" altLang="ko-KR" sz="1250" dirty="0">
                <a:latin typeface="D2Coding" panose="020B0609020101020101" pitchFamily="49" charset="-127"/>
                <a:ea typeface="D2Coding" panose="020B0609020101020101" pitchFamily="49" charset="-127"/>
                <a:cs typeface="Consolas" panose="020B0609020204030204" pitchFamily="49" charset="0"/>
              </a:rPr>
              <a:t> &gt; 0) {</a:t>
            </a:r>
          </a:p>
          <a:p>
            <a:pPr fontAlgn="base">
              <a:lnSpc>
                <a:spcPct val="120000"/>
              </a:lnSpc>
            </a:pPr>
            <a:r>
              <a:rPr lang="en-US" altLang="ko-KR" sz="1250" dirty="0">
                <a:latin typeface="D2Coding" panose="020B0609020101020101" pitchFamily="49" charset="-127"/>
                <a:ea typeface="D2Coding" panose="020B0609020101020101" pitchFamily="49" charset="-127"/>
                <a:cs typeface="Consolas" panose="020B0609020204030204" pitchFamily="49" charset="0"/>
              </a:rPr>
              <a:t> 20:             base = </a:t>
            </a:r>
            <a:r>
              <a:rPr lang="en-US" altLang="ko-KR" sz="1250" dirty="0" err="1">
                <a:latin typeface="D2Coding" panose="020B0609020101020101" pitchFamily="49" charset="-127"/>
                <a:ea typeface="D2Coding" panose="020B0609020101020101" pitchFamily="49" charset="-127"/>
                <a:cs typeface="Consolas" panose="020B0609020204030204" pitchFamily="49" charset="0"/>
              </a:rPr>
              <a:t>fileName.substring</a:t>
            </a:r>
            <a:r>
              <a:rPr lang="en-US" altLang="ko-KR" sz="1250" dirty="0">
                <a:latin typeface="D2Coding" panose="020B0609020101020101" pitchFamily="49" charset="-127"/>
                <a:ea typeface="D2Coding" panose="020B0609020101020101" pitchFamily="49" charset="-127"/>
                <a:cs typeface="Consolas" panose="020B0609020204030204" pitchFamily="49" charset="0"/>
              </a:rPr>
              <a:t>(0, </a:t>
            </a:r>
            <a:r>
              <a:rPr lang="en-US" altLang="ko-KR" sz="1250" dirty="0" err="1">
                <a:latin typeface="D2Coding" panose="020B0609020101020101" pitchFamily="49" charset="-127"/>
                <a:ea typeface="D2Coding" panose="020B0609020101020101" pitchFamily="49" charset="-127"/>
                <a:cs typeface="Consolas" panose="020B0609020204030204" pitchFamily="49" charset="0"/>
              </a:rPr>
              <a:t>extIndex</a:t>
            </a:r>
            <a:r>
              <a:rPr lang="en-US" altLang="ko-KR" sz="1250" dirty="0">
                <a:latin typeface="D2Coding" panose="020B0609020101020101" pitchFamily="49" charset="-127"/>
                <a:ea typeface="D2Coding" panose="020B0609020101020101" pitchFamily="49" charset="-127"/>
                <a:cs typeface="Consolas" panose="020B0609020204030204" pitchFamily="49" charset="0"/>
              </a:rPr>
              <a:t>);</a:t>
            </a:r>
          </a:p>
          <a:p>
            <a:pPr fontAlgn="base">
              <a:lnSpc>
                <a:spcPct val="120000"/>
              </a:lnSpc>
            </a:pPr>
            <a:r>
              <a:rPr lang="en-US" altLang="ko-KR" sz="1250" dirty="0">
                <a:latin typeface="D2Coding" panose="020B0609020101020101" pitchFamily="49" charset="-127"/>
                <a:ea typeface="D2Coding" panose="020B0609020101020101" pitchFamily="49" charset="-127"/>
                <a:cs typeface="Consolas" panose="020B0609020204030204" pitchFamily="49" charset="0"/>
              </a:rPr>
              <a:t> 21:             </a:t>
            </a:r>
            <a:r>
              <a:rPr lang="en-US" altLang="ko-KR" sz="1250" dirty="0" err="1">
                <a:latin typeface="D2Coding" panose="020B0609020101020101" pitchFamily="49" charset="-127"/>
                <a:ea typeface="D2Coding" panose="020B0609020101020101" pitchFamily="49" charset="-127"/>
                <a:cs typeface="Consolas" panose="020B0609020204030204" pitchFamily="49" charset="0"/>
              </a:rPr>
              <a:t>ext</a:t>
            </a:r>
            <a:r>
              <a:rPr lang="en-US" altLang="ko-KR" sz="1250" dirty="0">
                <a:latin typeface="D2Coding" panose="020B0609020101020101" pitchFamily="49" charset="-127"/>
                <a:ea typeface="D2Coding" panose="020B0609020101020101" pitchFamily="49" charset="-127"/>
                <a:cs typeface="Consolas" panose="020B0609020204030204" pitchFamily="49" charset="0"/>
              </a:rPr>
              <a:t> = </a:t>
            </a:r>
            <a:r>
              <a:rPr lang="en-US" altLang="ko-KR" sz="1250" dirty="0" err="1">
                <a:latin typeface="D2Coding" panose="020B0609020101020101" pitchFamily="49" charset="-127"/>
                <a:ea typeface="D2Coding" panose="020B0609020101020101" pitchFamily="49" charset="-127"/>
                <a:cs typeface="Consolas" panose="020B0609020204030204" pitchFamily="49" charset="0"/>
              </a:rPr>
              <a:t>fileName.substring</a:t>
            </a:r>
            <a:r>
              <a:rPr lang="en-US" altLang="ko-KR" sz="1250" dirty="0">
                <a:latin typeface="D2Coding" panose="020B0609020101020101" pitchFamily="49" charset="-127"/>
                <a:ea typeface="D2Coding" panose="020B0609020101020101" pitchFamily="49" charset="-127"/>
                <a:cs typeface="Consolas" panose="020B0609020204030204" pitchFamily="49" charset="0"/>
              </a:rPr>
              <a:t>(</a:t>
            </a:r>
            <a:r>
              <a:rPr lang="en-US" altLang="ko-KR" sz="1250" dirty="0" err="1">
                <a:latin typeface="D2Coding" panose="020B0609020101020101" pitchFamily="49" charset="-127"/>
                <a:ea typeface="D2Coding" panose="020B0609020101020101" pitchFamily="49" charset="-127"/>
                <a:cs typeface="Consolas" panose="020B0609020204030204" pitchFamily="49" charset="0"/>
              </a:rPr>
              <a:t>extIndex</a:t>
            </a:r>
            <a:r>
              <a:rPr lang="en-US" altLang="ko-KR" sz="1250" dirty="0">
                <a:latin typeface="D2Coding" panose="020B0609020101020101" pitchFamily="49" charset="-127"/>
                <a:ea typeface="D2Coding" panose="020B0609020101020101" pitchFamily="49" charset="-127"/>
                <a:cs typeface="Consolas" panose="020B0609020204030204" pitchFamily="49" charset="0"/>
              </a:rPr>
              <a:t>);</a:t>
            </a:r>
          </a:p>
          <a:p>
            <a:pPr fontAlgn="base">
              <a:lnSpc>
                <a:spcPct val="120000"/>
              </a:lnSpc>
            </a:pPr>
            <a:r>
              <a:rPr lang="en-US" altLang="ko-KR" sz="1250" dirty="0">
                <a:latin typeface="D2Coding" panose="020B0609020101020101" pitchFamily="49" charset="-127"/>
                <a:ea typeface="D2Coding" panose="020B0609020101020101" pitchFamily="49" charset="-127"/>
                <a:cs typeface="Consolas" panose="020B0609020204030204" pitchFamily="49" charset="0"/>
              </a:rPr>
              <a:t> 22:         } else {</a:t>
            </a:r>
          </a:p>
          <a:p>
            <a:pPr fontAlgn="base">
              <a:lnSpc>
                <a:spcPct val="120000"/>
              </a:lnSpc>
            </a:pPr>
            <a:r>
              <a:rPr lang="en-US" altLang="ko-KR" sz="1250" dirty="0">
                <a:latin typeface="D2Coding" panose="020B0609020101020101" pitchFamily="49" charset="-127"/>
                <a:ea typeface="D2Coding" panose="020B0609020101020101" pitchFamily="49" charset="-127"/>
                <a:cs typeface="Consolas" panose="020B0609020204030204" pitchFamily="49" charset="0"/>
              </a:rPr>
              <a:t> 23:             base = </a:t>
            </a:r>
            <a:r>
              <a:rPr lang="en-US" altLang="ko-KR" sz="1250" dirty="0" err="1">
                <a:latin typeface="D2Coding" panose="020B0609020101020101" pitchFamily="49" charset="-127"/>
                <a:ea typeface="D2Coding" panose="020B0609020101020101" pitchFamily="49" charset="-127"/>
                <a:cs typeface="Consolas" panose="020B0609020204030204" pitchFamily="49" charset="0"/>
              </a:rPr>
              <a:t>fileName</a:t>
            </a:r>
            <a:r>
              <a:rPr lang="en-US" altLang="ko-KR" sz="1250" dirty="0">
                <a:latin typeface="D2Coding" panose="020B0609020101020101" pitchFamily="49" charset="-127"/>
                <a:ea typeface="D2Coding" panose="020B0609020101020101" pitchFamily="49" charset="-127"/>
                <a:cs typeface="Consolas" panose="020B0609020204030204" pitchFamily="49" charset="0"/>
              </a:rPr>
              <a:t>;</a:t>
            </a:r>
          </a:p>
          <a:p>
            <a:pPr fontAlgn="base">
              <a:lnSpc>
                <a:spcPct val="120000"/>
              </a:lnSpc>
            </a:pPr>
            <a:r>
              <a:rPr lang="en-US" altLang="ko-KR" sz="1250" dirty="0">
                <a:latin typeface="D2Coding" panose="020B0609020101020101" pitchFamily="49" charset="-127"/>
                <a:ea typeface="D2Coding" panose="020B0609020101020101" pitchFamily="49" charset="-127"/>
                <a:cs typeface="Consolas" panose="020B0609020204030204" pitchFamily="49" charset="0"/>
              </a:rPr>
              <a:t> 24:             </a:t>
            </a:r>
            <a:r>
              <a:rPr lang="en-US" altLang="ko-KR" sz="1250" dirty="0" err="1">
                <a:latin typeface="D2Coding" panose="020B0609020101020101" pitchFamily="49" charset="-127"/>
                <a:ea typeface="D2Coding" panose="020B0609020101020101" pitchFamily="49" charset="-127"/>
                <a:cs typeface="Consolas" panose="020B0609020204030204" pitchFamily="49" charset="0"/>
              </a:rPr>
              <a:t>ext</a:t>
            </a:r>
            <a:r>
              <a:rPr lang="en-US" altLang="ko-KR" sz="1250" dirty="0">
                <a:latin typeface="D2Coding" panose="020B0609020101020101" pitchFamily="49" charset="-127"/>
                <a:ea typeface="D2Coding" panose="020B0609020101020101" pitchFamily="49" charset="-127"/>
                <a:cs typeface="Consolas" panose="020B0609020204030204" pitchFamily="49" charset="0"/>
              </a:rPr>
              <a:t> = "";</a:t>
            </a:r>
          </a:p>
          <a:p>
            <a:pPr fontAlgn="base">
              <a:lnSpc>
                <a:spcPct val="120000"/>
              </a:lnSpc>
            </a:pPr>
            <a:r>
              <a:rPr lang="en-US" altLang="ko-KR" sz="1250" dirty="0">
                <a:latin typeface="D2Coding" panose="020B0609020101020101" pitchFamily="49" charset="-127"/>
                <a:ea typeface="D2Coding" panose="020B0609020101020101" pitchFamily="49" charset="-127"/>
                <a:cs typeface="Consolas" panose="020B0609020204030204" pitchFamily="49" charset="0"/>
              </a:rPr>
              <a:t> 25:         }</a:t>
            </a:r>
          </a:p>
          <a:p>
            <a:pPr fontAlgn="base">
              <a:lnSpc>
                <a:spcPct val="120000"/>
              </a:lnSpc>
            </a:pPr>
            <a:r>
              <a:rPr lang="en-US" altLang="ko-KR" sz="1250" dirty="0">
                <a:latin typeface="D2Coding" panose="020B0609020101020101" pitchFamily="49" charset="-127"/>
                <a:ea typeface="D2Coding" panose="020B0609020101020101" pitchFamily="49" charset="-127"/>
                <a:cs typeface="Consolas" panose="020B0609020204030204" pitchFamily="49" charset="0"/>
              </a:rPr>
              <a:t> 26:         </a:t>
            </a:r>
          </a:p>
          <a:p>
            <a:pPr fontAlgn="base">
              <a:lnSpc>
                <a:spcPct val="120000"/>
              </a:lnSpc>
            </a:pPr>
            <a:r>
              <a:rPr lang="en-US" altLang="ko-KR" sz="1250" dirty="0">
                <a:latin typeface="D2Coding" panose="020B0609020101020101" pitchFamily="49" charset="-127"/>
                <a:ea typeface="D2Coding" panose="020B0609020101020101" pitchFamily="49" charset="-127"/>
                <a:cs typeface="Consolas" panose="020B0609020204030204" pitchFamily="49" charset="0"/>
              </a:rPr>
              <a:t> 27:         // </a:t>
            </a:r>
            <a:r>
              <a:rPr lang="en-US" altLang="ko-KR" sz="1250" dirty="0" err="1">
                <a:latin typeface="D2Coding" panose="020B0609020101020101" pitchFamily="49" charset="-127"/>
                <a:ea typeface="D2Coding" panose="020B0609020101020101" pitchFamily="49" charset="-127"/>
                <a:cs typeface="Consolas" panose="020B0609020204030204" pitchFamily="49" charset="0"/>
              </a:rPr>
              <a:t>fileName</a:t>
            </a:r>
            <a:r>
              <a:rPr lang="ko-KR" altLang="en-US" sz="1250" dirty="0">
                <a:latin typeface="D2Coding" panose="020B0609020101020101" pitchFamily="49" charset="-127"/>
                <a:ea typeface="D2Coding" panose="020B0609020101020101" pitchFamily="49" charset="-127"/>
                <a:cs typeface="Consolas" panose="020B0609020204030204" pitchFamily="49" charset="0"/>
              </a:rPr>
              <a:t>인 파일이 존재하는 동안 반복하면서 </a:t>
            </a:r>
          </a:p>
          <a:p>
            <a:pPr fontAlgn="base">
              <a:lnSpc>
                <a:spcPct val="120000"/>
              </a:lnSpc>
            </a:pPr>
            <a:r>
              <a:rPr lang="ko-KR" altLang="en-US" sz="1250" dirty="0">
                <a:latin typeface="D2Coding" panose="020B0609020101020101" pitchFamily="49" charset="-127"/>
                <a:ea typeface="D2Coding" panose="020B0609020101020101" pitchFamily="49" charset="-127"/>
                <a:cs typeface="Consolas" panose="020B0609020204030204" pitchFamily="49" charset="0"/>
              </a:rPr>
              <a:t> </a:t>
            </a:r>
            <a:r>
              <a:rPr lang="en-US" altLang="ko-KR" sz="1250" dirty="0">
                <a:latin typeface="D2Coding" panose="020B0609020101020101" pitchFamily="49" charset="-127"/>
                <a:ea typeface="D2Coding" panose="020B0609020101020101" pitchFamily="49" charset="-127"/>
                <a:cs typeface="Consolas" panose="020B0609020204030204" pitchFamily="49" charset="0"/>
              </a:rPr>
              <a:t>28:         // (1), (2)...</a:t>
            </a:r>
            <a:r>
              <a:rPr lang="ko-KR" altLang="en-US" sz="1250" dirty="0">
                <a:latin typeface="D2Coding" panose="020B0609020101020101" pitchFamily="49" charset="-127"/>
                <a:ea typeface="D2Coding" panose="020B0609020101020101" pitchFamily="49" charset="-127"/>
                <a:cs typeface="Consolas" panose="020B0609020204030204" pitchFamily="49" charset="0"/>
              </a:rPr>
              <a:t>를 붙인 새로운 </a:t>
            </a:r>
            <a:r>
              <a:rPr lang="en-US" altLang="ko-KR" sz="1250" dirty="0" err="1">
                <a:latin typeface="D2Coding" panose="020B0609020101020101" pitchFamily="49" charset="-127"/>
                <a:ea typeface="D2Coding" panose="020B0609020101020101" pitchFamily="49" charset="-127"/>
                <a:cs typeface="Consolas" panose="020B0609020204030204" pitchFamily="49" charset="0"/>
              </a:rPr>
              <a:t>fileName</a:t>
            </a:r>
            <a:r>
              <a:rPr lang="ko-KR" altLang="en-US" sz="1250" dirty="0">
                <a:latin typeface="D2Coding" panose="020B0609020101020101" pitchFamily="49" charset="-127"/>
                <a:ea typeface="D2Coding" panose="020B0609020101020101" pitchFamily="49" charset="-127"/>
                <a:cs typeface="Consolas" panose="020B0609020204030204" pitchFamily="49" charset="0"/>
              </a:rPr>
              <a:t>을 만들어 봄 </a:t>
            </a:r>
          </a:p>
          <a:p>
            <a:pPr fontAlgn="base">
              <a:lnSpc>
                <a:spcPct val="120000"/>
              </a:lnSpc>
            </a:pPr>
            <a:r>
              <a:rPr lang="ko-KR" altLang="en-US" sz="1250" dirty="0">
                <a:latin typeface="D2Coding" panose="020B0609020101020101" pitchFamily="49" charset="-127"/>
                <a:ea typeface="D2Coding" panose="020B0609020101020101" pitchFamily="49" charset="-127"/>
                <a:cs typeface="Consolas" panose="020B0609020204030204" pitchFamily="49" charset="0"/>
              </a:rPr>
              <a:t> </a:t>
            </a:r>
            <a:r>
              <a:rPr lang="en-US" altLang="ko-KR" sz="1250" dirty="0">
                <a:latin typeface="D2Coding" panose="020B0609020101020101" pitchFamily="49" charset="-127"/>
                <a:ea typeface="D2Coding" panose="020B0609020101020101" pitchFamily="49" charset="-127"/>
                <a:cs typeface="Consolas" panose="020B0609020204030204" pitchFamily="49" charset="0"/>
              </a:rPr>
              <a:t>29:         for (int </a:t>
            </a:r>
            <a:r>
              <a:rPr lang="en-US" altLang="ko-KR" sz="1250" dirty="0" err="1">
                <a:latin typeface="D2Coding" panose="020B0609020101020101" pitchFamily="49" charset="-127"/>
                <a:ea typeface="D2Coding" panose="020B0609020101020101" pitchFamily="49" charset="-127"/>
                <a:cs typeface="Consolas" panose="020B0609020204030204" pitchFamily="49" charset="0"/>
              </a:rPr>
              <a:t>i</a:t>
            </a:r>
            <a:r>
              <a:rPr lang="en-US" altLang="ko-KR" sz="1250" dirty="0">
                <a:latin typeface="D2Coding" panose="020B0609020101020101" pitchFamily="49" charset="-127"/>
                <a:ea typeface="D2Coding" panose="020B0609020101020101" pitchFamily="49" charset="-127"/>
                <a:cs typeface="Consolas" panose="020B0609020204030204" pitchFamily="49" charset="0"/>
              </a:rPr>
              <a:t> = 1; new File(path + </a:t>
            </a:r>
            <a:r>
              <a:rPr lang="en-US" altLang="ko-KR" sz="1250" dirty="0" err="1">
                <a:latin typeface="D2Coding" panose="020B0609020101020101" pitchFamily="49" charset="-127"/>
                <a:ea typeface="D2Coding" panose="020B0609020101020101" pitchFamily="49" charset="-127"/>
                <a:cs typeface="Consolas" panose="020B0609020204030204" pitchFamily="49" charset="0"/>
              </a:rPr>
              <a:t>fileName</a:t>
            </a:r>
            <a:r>
              <a:rPr lang="en-US" altLang="ko-KR" sz="1250" dirty="0">
                <a:latin typeface="D2Coding" panose="020B0609020101020101" pitchFamily="49" charset="-127"/>
                <a:ea typeface="D2Coding" panose="020B0609020101020101" pitchFamily="49" charset="-127"/>
                <a:cs typeface="Consolas" panose="020B0609020204030204" pitchFamily="49" charset="0"/>
              </a:rPr>
              <a:t>).exists(); </a:t>
            </a:r>
            <a:r>
              <a:rPr lang="en-US" altLang="ko-KR" sz="1250" dirty="0" err="1">
                <a:latin typeface="D2Coding" panose="020B0609020101020101" pitchFamily="49" charset="-127"/>
                <a:ea typeface="D2Coding" panose="020B0609020101020101" pitchFamily="49" charset="-127"/>
                <a:cs typeface="Consolas" panose="020B0609020204030204" pitchFamily="49" charset="0"/>
              </a:rPr>
              <a:t>i</a:t>
            </a:r>
            <a:r>
              <a:rPr lang="en-US" altLang="ko-KR" sz="1250" dirty="0">
                <a:latin typeface="D2Coding" panose="020B0609020101020101" pitchFamily="49" charset="-127"/>
                <a:ea typeface="D2Coding" panose="020B0609020101020101" pitchFamily="49" charset="-127"/>
                <a:cs typeface="Consolas" panose="020B0609020204030204" pitchFamily="49" charset="0"/>
              </a:rPr>
              <a:t>++) {</a:t>
            </a:r>
          </a:p>
          <a:p>
            <a:pPr fontAlgn="base">
              <a:lnSpc>
                <a:spcPct val="120000"/>
              </a:lnSpc>
            </a:pPr>
            <a:r>
              <a:rPr lang="en-US" altLang="ko-KR" sz="1250" dirty="0">
                <a:latin typeface="D2Coding" panose="020B0609020101020101" pitchFamily="49" charset="-127"/>
                <a:ea typeface="D2Coding" panose="020B0609020101020101" pitchFamily="49" charset="-127"/>
                <a:cs typeface="Consolas" panose="020B0609020204030204" pitchFamily="49" charset="0"/>
              </a:rPr>
              <a:t> 30:             </a:t>
            </a:r>
            <a:r>
              <a:rPr lang="en-US" altLang="ko-KR" sz="1250" dirty="0" err="1">
                <a:latin typeface="D2Coding" panose="020B0609020101020101" pitchFamily="49" charset="-127"/>
                <a:ea typeface="D2Coding" panose="020B0609020101020101" pitchFamily="49" charset="-127"/>
                <a:cs typeface="Consolas" panose="020B0609020204030204" pitchFamily="49" charset="0"/>
              </a:rPr>
              <a:t>fileName</a:t>
            </a:r>
            <a:r>
              <a:rPr lang="en-US" altLang="ko-KR" sz="1250" dirty="0">
                <a:latin typeface="D2Coding" panose="020B0609020101020101" pitchFamily="49" charset="-127"/>
                <a:ea typeface="D2Coding" panose="020B0609020101020101" pitchFamily="49" charset="-127"/>
                <a:cs typeface="Consolas" panose="020B0609020204030204" pitchFamily="49" charset="0"/>
              </a:rPr>
              <a:t> = base + " (" + </a:t>
            </a:r>
            <a:r>
              <a:rPr lang="en-US" altLang="ko-KR" sz="1250" dirty="0" err="1">
                <a:latin typeface="D2Coding" panose="020B0609020101020101" pitchFamily="49" charset="-127"/>
                <a:ea typeface="D2Coding" panose="020B0609020101020101" pitchFamily="49" charset="-127"/>
                <a:cs typeface="Consolas" panose="020B0609020204030204" pitchFamily="49" charset="0"/>
              </a:rPr>
              <a:t>i</a:t>
            </a:r>
            <a:r>
              <a:rPr lang="en-US" altLang="ko-KR" sz="1250" dirty="0">
                <a:latin typeface="D2Coding" panose="020B0609020101020101" pitchFamily="49" charset="-127"/>
                <a:ea typeface="D2Coding" panose="020B0609020101020101" pitchFamily="49" charset="-127"/>
                <a:cs typeface="Consolas" panose="020B0609020204030204" pitchFamily="49" charset="0"/>
              </a:rPr>
              <a:t> + ")" + </a:t>
            </a:r>
            <a:r>
              <a:rPr lang="en-US" altLang="ko-KR" sz="1250" dirty="0" err="1">
                <a:latin typeface="D2Coding" panose="020B0609020101020101" pitchFamily="49" charset="-127"/>
                <a:ea typeface="D2Coding" panose="020B0609020101020101" pitchFamily="49" charset="-127"/>
                <a:cs typeface="Consolas" panose="020B0609020204030204" pitchFamily="49" charset="0"/>
              </a:rPr>
              <a:t>ext</a:t>
            </a:r>
            <a:r>
              <a:rPr lang="en-US" altLang="ko-KR" sz="1250" dirty="0">
                <a:latin typeface="D2Coding" panose="020B0609020101020101" pitchFamily="49" charset="-127"/>
                <a:ea typeface="D2Coding" panose="020B0609020101020101" pitchFamily="49" charset="-127"/>
                <a:cs typeface="Consolas" panose="020B0609020204030204" pitchFamily="49" charset="0"/>
              </a:rPr>
              <a:t>;</a:t>
            </a:r>
          </a:p>
          <a:p>
            <a:pPr fontAlgn="base">
              <a:lnSpc>
                <a:spcPct val="120000"/>
              </a:lnSpc>
            </a:pPr>
            <a:r>
              <a:rPr lang="en-US" altLang="ko-KR" sz="1250" dirty="0">
                <a:latin typeface="D2Coding" panose="020B0609020101020101" pitchFamily="49" charset="-127"/>
                <a:ea typeface="D2Coding" panose="020B0609020101020101" pitchFamily="49" charset="-127"/>
                <a:cs typeface="Consolas" panose="020B0609020204030204" pitchFamily="49" charset="0"/>
              </a:rPr>
              <a:t> 31:         }</a:t>
            </a:r>
          </a:p>
          <a:p>
            <a:pPr fontAlgn="base">
              <a:lnSpc>
                <a:spcPct val="120000"/>
              </a:lnSpc>
            </a:pPr>
            <a:r>
              <a:rPr lang="en-US" altLang="ko-KR" sz="1250" dirty="0">
                <a:latin typeface="D2Coding" panose="020B0609020101020101" pitchFamily="49" charset="-127"/>
                <a:ea typeface="D2Coding" panose="020B0609020101020101" pitchFamily="49" charset="-127"/>
                <a:cs typeface="Consolas" panose="020B0609020204030204" pitchFamily="49" charset="0"/>
              </a:rPr>
              <a:t> 32:         </a:t>
            </a:r>
          </a:p>
          <a:p>
            <a:pPr fontAlgn="base">
              <a:lnSpc>
                <a:spcPct val="120000"/>
              </a:lnSpc>
            </a:pPr>
            <a:r>
              <a:rPr lang="en-US" altLang="ko-KR" sz="1250" dirty="0">
                <a:latin typeface="D2Coding" panose="020B0609020101020101" pitchFamily="49" charset="-127"/>
                <a:ea typeface="D2Coding" panose="020B0609020101020101" pitchFamily="49" charset="-127"/>
                <a:cs typeface="Consolas" panose="020B0609020204030204" pitchFamily="49" charset="0"/>
              </a:rPr>
              <a:t> 33:         return </a:t>
            </a:r>
            <a:r>
              <a:rPr lang="en-US" altLang="ko-KR" sz="1250" dirty="0" err="1">
                <a:latin typeface="D2Coding" panose="020B0609020101020101" pitchFamily="49" charset="-127"/>
                <a:ea typeface="D2Coding" panose="020B0609020101020101" pitchFamily="49" charset="-127"/>
                <a:cs typeface="Consolas" panose="020B0609020204030204" pitchFamily="49" charset="0"/>
              </a:rPr>
              <a:t>fileName</a:t>
            </a:r>
            <a:r>
              <a:rPr lang="en-US" altLang="ko-KR" sz="1250" dirty="0">
                <a:latin typeface="D2Coding" panose="020B0609020101020101" pitchFamily="49" charset="-127"/>
                <a:ea typeface="D2Coding" panose="020B0609020101020101" pitchFamily="49" charset="-127"/>
                <a:cs typeface="Consolas" panose="020B0609020204030204" pitchFamily="49" charset="0"/>
              </a:rPr>
              <a:t>;    </a:t>
            </a:r>
          </a:p>
          <a:p>
            <a:pPr fontAlgn="base">
              <a:lnSpc>
                <a:spcPct val="120000"/>
              </a:lnSpc>
            </a:pPr>
            <a:r>
              <a:rPr lang="en-US" altLang="ko-KR" sz="1250" dirty="0">
                <a:latin typeface="D2Coding" panose="020B0609020101020101" pitchFamily="49" charset="-127"/>
                <a:ea typeface="D2Coding" panose="020B0609020101020101" pitchFamily="49" charset="-127"/>
                <a:cs typeface="Consolas" panose="020B0609020204030204" pitchFamily="49" charset="0"/>
              </a:rPr>
              <a:t> 34:     }</a:t>
            </a:r>
          </a:p>
          <a:p>
            <a:pPr fontAlgn="base">
              <a:lnSpc>
                <a:spcPct val="120000"/>
              </a:lnSpc>
            </a:pPr>
            <a:r>
              <a:rPr lang="en-US" altLang="ko-KR" sz="1250" dirty="0">
                <a:latin typeface="D2Coding" panose="020B0609020101020101" pitchFamily="49" charset="-127"/>
                <a:ea typeface="D2Coding" panose="020B0609020101020101" pitchFamily="49" charset="-127"/>
                <a:cs typeface="Consolas" panose="020B0609020204030204" pitchFamily="49" charset="0"/>
              </a:rPr>
              <a:t> 35: %&gt;</a:t>
            </a:r>
          </a:p>
        </p:txBody>
      </p:sp>
    </p:spTree>
    <p:extLst>
      <p:ext uri="{BB962C8B-B14F-4D97-AF65-F5344CB8AC3E}">
        <p14:creationId xmlns:p14="http://schemas.microsoft.com/office/powerpoint/2010/main" val="878693873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fontAlgn="base"/>
            <a:r>
              <a:rPr lang="en-US" altLang="ko-KR" dirty="0"/>
              <a:t>7.1 </a:t>
            </a:r>
            <a:r>
              <a:rPr lang="ko-KR" altLang="en-US" dirty="0"/>
              <a:t>파일 업로드</a:t>
            </a:r>
          </a:p>
        </p:txBody>
      </p:sp>
      <p:sp>
        <p:nvSpPr>
          <p:cNvPr id="4" name="슬라이드 번호 개체 틀 3"/>
          <p:cNvSpPr>
            <a:spLocks noGrp="1"/>
          </p:cNvSpPr>
          <p:nvPr>
            <p:ph type="sldNum" sz="quarter" idx="4"/>
          </p:nvPr>
        </p:nvSpPr>
        <p:spPr/>
        <p:txBody>
          <a:bodyPr/>
          <a:lstStyle/>
          <a:p>
            <a:fld id="{5AA8C37D-6ADA-49EE-B609-6DB056DA936F}" type="slidenum">
              <a:rPr lang="ko-KR" altLang="en-US" smtClean="0"/>
              <a:pPr/>
              <a:t>15</a:t>
            </a:fld>
            <a:endParaRPr lang="ko-KR" altLang="en-US" dirty="0"/>
          </a:p>
        </p:txBody>
      </p:sp>
      <p:sp>
        <p:nvSpPr>
          <p:cNvPr id="8" name="직사각형 7">
            <a:extLst>
              <a:ext uri="{FF2B5EF4-FFF2-40B4-BE49-F238E27FC236}">
                <a16:creationId xmlns:a16="http://schemas.microsoft.com/office/drawing/2014/main" id="{A543F91A-4A44-48D6-91A7-2A0EAF615EDA}"/>
              </a:ext>
            </a:extLst>
          </p:cNvPr>
          <p:cNvSpPr/>
          <p:nvPr/>
        </p:nvSpPr>
        <p:spPr>
          <a:xfrm>
            <a:off x="723900" y="872716"/>
            <a:ext cx="8229600" cy="5839419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fontAlgn="base">
              <a:lnSpc>
                <a:spcPct val="120000"/>
              </a:lnSpc>
            </a:pPr>
            <a:r>
              <a:rPr lang="en-US" altLang="ko-KR" sz="1200" dirty="0">
                <a:latin typeface="D2Coding" panose="020B0609020101020101" pitchFamily="49" charset="-127"/>
                <a:ea typeface="D2Coding" panose="020B0609020101020101" pitchFamily="49" charset="-127"/>
                <a:cs typeface="Consolas" panose="020B0609020204030204" pitchFamily="49" charset="0"/>
              </a:rPr>
              <a:t> 36: &lt;%</a:t>
            </a:r>
          </a:p>
          <a:p>
            <a:pPr fontAlgn="base">
              <a:lnSpc>
                <a:spcPct val="120000"/>
              </a:lnSpc>
            </a:pPr>
            <a:r>
              <a:rPr lang="en-US" altLang="ko-KR" sz="1200" dirty="0">
                <a:latin typeface="D2Coding" panose="020B0609020101020101" pitchFamily="49" charset="-127"/>
                <a:ea typeface="D2Coding" panose="020B0609020101020101" pitchFamily="49" charset="-127"/>
                <a:cs typeface="Consolas" panose="020B0609020204030204" pitchFamily="49" charset="0"/>
              </a:rPr>
              <a:t> 37:     // "upload"</a:t>
            </a:r>
            <a:r>
              <a:rPr lang="ko-KR" altLang="en-US" sz="1200" dirty="0">
                <a:latin typeface="D2Coding" panose="020B0609020101020101" pitchFamily="49" charset="-127"/>
                <a:ea typeface="D2Coding" panose="020B0609020101020101" pitchFamily="49" charset="-127"/>
                <a:cs typeface="Consolas" panose="020B0609020204030204" pitchFamily="49" charset="0"/>
              </a:rPr>
              <a:t>라는 이름의 업로드 태그로부터 전달된 데이터를 </a:t>
            </a:r>
            <a:r>
              <a:rPr lang="ko-KR" altLang="en-US" sz="1200" dirty="0" err="1">
                <a:latin typeface="D2Coding" panose="020B0609020101020101" pitchFamily="49" charset="-127"/>
                <a:ea typeface="D2Coding" panose="020B0609020101020101" pitchFamily="49" charset="-127"/>
                <a:cs typeface="Consolas" panose="020B0609020204030204" pitchFamily="49" charset="0"/>
              </a:rPr>
              <a:t>담고있는</a:t>
            </a:r>
            <a:r>
              <a:rPr lang="ko-KR" altLang="en-US" sz="1200" dirty="0">
                <a:latin typeface="D2Coding" panose="020B0609020101020101" pitchFamily="49" charset="-127"/>
                <a:ea typeface="D2Coding" panose="020B0609020101020101" pitchFamily="49" charset="-127"/>
                <a:cs typeface="Consolas" panose="020B0609020204030204" pitchFamily="49" charset="0"/>
              </a:rPr>
              <a:t> 파트 객체 얻기     </a:t>
            </a:r>
          </a:p>
          <a:p>
            <a:pPr fontAlgn="base">
              <a:lnSpc>
                <a:spcPct val="120000"/>
              </a:lnSpc>
            </a:pPr>
            <a:r>
              <a:rPr lang="ko-KR" altLang="en-US" sz="1200" dirty="0">
                <a:latin typeface="D2Coding" panose="020B0609020101020101" pitchFamily="49" charset="-127"/>
                <a:ea typeface="D2Coding" panose="020B0609020101020101" pitchFamily="49" charset="-127"/>
                <a:cs typeface="Consolas" panose="020B0609020204030204" pitchFamily="49" charset="0"/>
              </a:rPr>
              <a:t> </a:t>
            </a:r>
            <a:r>
              <a:rPr lang="en-US" altLang="ko-KR" sz="1200" dirty="0">
                <a:latin typeface="D2Coding" panose="020B0609020101020101" pitchFamily="49" charset="-127"/>
                <a:ea typeface="D2Coding" panose="020B0609020101020101" pitchFamily="49" charset="-127"/>
                <a:cs typeface="Consolas" panose="020B0609020204030204" pitchFamily="49" charset="0"/>
              </a:rPr>
              <a:t>38:     Part </a:t>
            </a:r>
            <a:r>
              <a:rPr lang="en-US" altLang="ko-KR" sz="1200" dirty="0" err="1">
                <a:latin typeface="D2Coding" panose="020B0609020101020101" pitchFamily="49" charset="-127"/>
                <a:ea typeface="D2Coding" panose="020B0609020101020101" pitchFamily="49" charset="-127"/>
                <a:cs typeface="Consolas" panose="020B0609020204030204" pitchFamily="49" charset="0"/>
              </a:rPr>
              <a:t>part</a:t>
            </a:r>
            <a:r>
              <a:rPr lang="en-US" altLang="ko-KR" sz="1200" dirty="0">
                <a:latin typeface="D2Coding" panose="020B0609020101020101" pitchFamily="49" charset="-127"/>
                <a:ea typeface="D2Coding" panose="020B0609020101020101" pitchFamily="49" charset="-127"/>
                <a:cs typeface="Consolas" panose="020B0609020204030204" pitchFamily="49" charset="0"/>
              </a:rPr>
              <a:t> = </a:t>
            </a:r>
            <a:r>
              <a:rPr lang="en-US" altLang="ko-KR" sz="1200" dirty="0" err="1">
                <a:latin typeface="D2Coding" panose="020B0609020101020101" pitchFamily="49" charset="-127"/>
                <a:ea typeface="D2Coding" panose="020B0609020101020101" pitchFamily="49" charset="-127"/>
                <a:cs typeface="Consolas" panose="020B0609020204030204" pitchFamily="49" charset="0"/>
              </a:rPr>
              <a:t>request.getPart</a:t>
            </a:r>
            <a:r>
              <a:rPr lang="en-US" altLang="ko-KR" sz="1200" dirty="0">
                <a:latin typeface="D2Coding" panose="020B0609020101020101" pitchFamily="49" charset="-127"/>
                <a:ea typeface="D2Coding" panose="020B0609020101020101" pitchFamily="49" charset="-127"/>
                <a:cs typeface="Consolas" panose="020B0609020204030204" pitchFamily="49" charset="0"/>
              </a:rPr>
              <a:t>("upload");</a:t>
            </a:r>
          </a:p>
          <a:p>
            <a:pPr fontAlgn="base">
              <a:lnSpc>
                <a:spcPct val="120000"/>
              </a:lnSpc>
            </a:pPr>
            <a:r>
              <a:rPr lang="en-US" altLang="ko-KR" sz="1200" dirty="0">
                <a:latin typeface="D2Coding" panose="020B0609020101020101" pitchFamily="49" charset="-127"/>
                <a:ea typeface="D2Coding" panose="020B0609020101020101" pitchFamily="49" charset="-127"/>
                <a:cs typeface="Consolas" panose="020B0609020204030204" pitchFamily="49" charset="0"/>
              </a:rPr>
              <a:t> 39: </a:t>
            </a:r>
          </a:p>
          <a:p>
            <a:pPr fontAlgn="base">
              <a:lnSpc>
                <a:spcPct val="120000"/>
              </a:lnSpc>
            </a:pPr>
            <a:r>
              <a:rPr lang="en-US" altLang="ko-KR" sz="1200" dirty="0">
                <a:latin typeface="D2Coding" panose="020B0609020101020101" pitchFamily="49" charset="-127"/>
                <a:ea typeface="D2Coding" panose="020B0609020101020101" pitchFamily="49" charset="-127"/>
                <a:cs typeface="Consolas" panose="020B0609020204030204" pitchFamily="49" charset="0"/>
              </a:rPr>
              <a:t> 40:     if (</a:t>
            </a:r>
            <a:r>
              <a:rPr lang="en-US" altLang="ko-KR" sz="1200" dirty="0" err="1">
                <a:latin typeface="D2Coding" panose="020B0609020101020101" pitchFamily="49" charset="-127"/>
                <a:ea typeface="D2Coding" panose="020B0609020101020101" pitchFamily="49" charset="-127"/>
                <a:cs typeface="Consolas" panose="020B0609020204030204" pitchFamily="49" charset="0"/>
              </a:rPr>
              <a:t>part.getSize</a:t>
            </a:r>
            <a:r>
              <a:rPr lang="en-US" altLang="ko-KR" sz="1200" dirty="0">
                <a:latin typeface="D2Coding" panose="020B0609020101020101" pitchFamily="49" charset="-127"/>
                <a:ea typeface="D2Coding" panose="020B0609020101020101" pitchFamily="49" charset="-127"/>
                <a:cs typeface="Consolas" panose="020B0609020204030204" pitchFamily="49" charset="0"/>
              </a:rPr>
              <a:t>() &gt; 0) {</a:t>
            </a:r>
          </a:p>
          <a:p>
            <a:pPr fontAlgn="base">
              <a:lnSpc>
                <a:spcPct val="120000"/>
              </a:lnSpc>
            </a:pPr>
            <a:r>
              <a:rPr lang="en-US" altLang="ko-KR" sz="1200" dirty="0">
                <a:latin typeface="D2Coding" panose="020B0609020101020101" pitchFamily="49" charset="-127"/>
                <a:ea typeface="D2Coding" panose="020B0609020101020101" pitchFamily="49" charset="-127"/>
                <a:cs typeface="Consolas" panose="020B0609020204030204" pitchFamily="49" charset="0"/>
              </a:rPr>
              <a:t> 41:         // </a:t>
            </a:r>
            <a:r>
              <a:rPr lang="ko-KR" altLang="en-US" sz="1200" dirty="0">
                <a:latin typeface="D2Coding" panose="020B0609020101020101" pitchFamily="49" charset="-127"/>
                <a:ea typeface="D2Coding" panose="020B0609020101020101" pitchFamily="49" charset="-127"/>
                <a:cs typeface="Consolas" panose="020B0609020204030204" pitchFamily="49" charset="0"/>
              </a:rPr>
              <a:t>파일을 저장할 시스템 경로 얻기</a:t>
            </a:r>
          </a:p>
          <a:p>
            <a:pPr fontAlgn="base">
              <a:lnSpc>
                <a:spcPct val="120000"/>
              </a:lnSpc>
            </a:pPr>
            <a:r>
              <a:rPr lang="ko-KR" altLang="en-US" sz="1200" dirty="0">
                <a:latin typeface="D2Coding" panose="020B0609020101020101" pitchFamily="49" charset="-127"/>
                <a:ea typeface="D2Coding" panose="020B0609020101020101" pitchFamily="49" charset="-127"/>
                <a:cs typeface="Consolas" panose="020B0609020204030204" pitchFamily="49" charset="0"/>
              </a:rPr>
              <a:t> </a:t>
            </a:r>
            <a:r>
              <a:rPr lang="en-US" altLang="ko-KR" sz="1200" dirty="0">
                <a:latin typeface="D2Coding" panose="020B0609020101020101" pitchFamily="49" charset="-127"/>
                <a:ea typeface="D2Coding" panose="020B0609020101020101" pitchFamily="49" charset="-127"/>
                <a:cs typeface="Consolas" panose="020B0609020204030204" pitchFamily="49" charset="0"/>
              </a:rPr>
              <a:t>42:         String path = </a:t>
            </a:r>
            <a:r>
              <a:rPr lang="en-US" altLang="ko-KR" sz="1200" dirty="0" err="1">
                <a:latin typeface="D2Coding" panose="020B0609020101020101" pitchFamily="49" charset="-127"/>
                <a:ea typeface="D2Coding" panose="020B0609020101020101" pitchFamily="49" charset="-127"/>
                <a:cs typeface="Consolas" panose="020B0609020204030204" pitchFamily="49" charset="0"/>
              </a:rPr>
              <a:t>application.getRealPath</a:t>
            </a:r>
            <a:r>
              <a:rPr lang="en-US" altLang="ko-KR" sz="1200" dirty="0">
                <a:latin typeface="D2Coding" panose="020B0609020101020101" pitchFamily="49" charset="-127"/>
                <a:ea typeface="D2Coding" panose="020B0609020101020101" pitchFamily="49" charset="-127"/>
                <a:cs typeface="Consolas" panose="020B0609020204030204" pitchFamily="49" charset="0"/>
              </a:rPr>
              <a:t>("/files/");</a:t>
            </a:r>
          </a:p>
          <a:p>
            <a:pPr fontAlgn="base">
              <a:lnSpc>
                <a:spcPct val="120000"/>
              </a:lnSpc>
            </a:pPr>
            <a:r>
              <a:rPr lang="en-US" altLang="ko-KR" sz="1200" dirty="0">
                <a:latin typeface="D2Coding" panose="020B0609020101020101" pitchFamily="49" charset="-127"/>
                <a:ea typeface="D2Coding" panose="020B0609020101020101" pitchFamily="49" charset="-127"/>
                <a:cs typeface="Consolas" panose="020B0609020204030204" pitchFamily="49" charset="0"/>
              </a:rPr>
              <a:t> 43:         </a:t>
            </a:r>
          </a:p>
          <a:p>
            <a:pPr fontAlgn="base">
              <a:lnSpc>
                <a:spcPct val="120000"/>
              </a:lnSpc>
            </a:pPr>
            <a:r>
              <a:rPr lang="en-US" altLang="ko-KR" sz="1200" dirty="0">
                <a:latin typeface="D2Coding" panose="020B0609020101020101" pitchFamily="49" charset="-127"/>
                <a:ea typeface="D2Coding" panose="020B0609020101020101" pitchFamily="49" charset="-127"/>
                <a:cs typeface="Consolas" panose="020B0609020204030204" pitchFamily="49" charset="0"/>
              </a:rPr>
              <a:t> 44:         // </a:t>
            </a:r>
            <a:r>
              <a:rPr lang="ko-KR" altLang="en-US" sz="1200" dirty="0" err="1">
                <a:latin typeface="D2Coding" panose="020B0609020101020101" pitchFamily="49" charset="-127"/>
                <a:ea typeface="D2Coding" panose="020B0609020101020101" pitchFamily="49" charset="-127"/>
                <a:cs typeface="Consolas" panose="020B0609020204030204" pitchFamily="49" charset="0"/>
              </a:rPr>
              <a:t>업로드된</a:t>
            </a:r>
            <a:r>
              <a:rPr lang="ko-KR" altLang="en-US" sz="1200" dirty="0">
                <a:latin typeface="D2Coding" panose="020B0609020101020101" pitchFamily="49" charset="-127"/>
                <a:ea typeface="D2Coding" panose="020B0609020101020101" pitchFamily="49" charset="-127"/>
                <a:cs typeface="Consolas" panose="020B0609020204030204" pitchFamily="49" charset="0"/>
              </a:rPr>
              <a:t> 파일명 얻기</a:t>
            </a:r>
          </a:p>
          <a:p>
            <a:pPr fontAlgn="base">
              <a:lnSpc>
                <a:spcPct val="120000"/>
              </a:lnSpc>
            </a:pPr>
            <a:r>
              <a:rPr lang="ko-KR" altLang="en-US" sz="1200" dirty="0">
                <a:latin typeface="D2Coding" panose="020B0609020101020101" pitchFamily="49" charset="-127"/>
                <a:ea typeface="D2Coding" panose="020B0609020101020101" pitchFamily="49" charset="-127"/>
                <a:cs typeface="Consolas" panose="020B0609020204030204" pitchFamily="49" charset="0"/>
              </a:rPr>
              <a:t> </a:t>
            </a:r>
            <a:r>
              <a:rPr lang="en-US" altLang="ko-KR" sz="1200" dirty="0">
                <a:latin typeface="D2Coding" panose="020B0609020101020101" pitchFamily="49" charset="-127"/>
                <a:ea typeface="D2Coding" panose="020B0609020101020101" pitchFamily="49" charset="-127"/>
                <a:cs typeface="Consolas" panose="020B0609020204030204" pitchFamily="49" charset="0"/>
              </a:rPr>
              <a:t>45:         String </a:t>
            </a:r>
            <a:r>
              <a:rPr lang="en-US" altLang="ko-KR" sz="1200" dirty="0" err="1">
                <a:latin typeface="D2Coding" panose="020B0609020101020101" pitchFamily="49" charset="-127"/>
                <a:ea typeface="D2Coding" panose="020B0609020101020101" pitchFamily="49" charset="-127"/>
                <a:cs typeface="Consolas" panose="020B0609020204030204" pitchFamily="49" charset="0"/>
              </a:rPr>
              <a:t>fileName</a:t>
            </a:r>
            <a:r>
              <a:rPr lang="en-US" altLang="ko-KR" sz="1200" dirty="0">
                <a:latin typeface="D2Coding" panose="020B0609020101020101" pitchFamily="49" charset="-127"/>
                <a:ea typeface="D2Coding" panose="020B0609020101020101" pitchFamily="49" charset="-127"/>
                <a:cs typeface="Consolas" panose="020B0609020204030204" pitchFamily="49" charset="0"/>
              </a:rPr>
              <a:t> = </a:t>
            </a:r>
            <a:r>
              <a:rPr lang="en-US" altLang="ko-KR" sz="1200" dirty="0" err="1">
                <a:latin typeface="D2Coding" panose="020B0609020101020101" pitchFamily="49" charset="-127"/>
                <a:ea typeface="D2Coding" panose="020B0609020101020101" pitchFamily="49" charset="-127"/>
                <a:cs typeface="Consolas" panose="020B0609020204030204" pitchFamily="49" charset="0"/>
              </a:rPr>
              <a:t>part.getSubmittedFileName</a:t>
            </a:r>
            <a:r>
              <a:rPr lang="en-US" altLang="ko-KR" sz="1200" dirty="0">
                <a:latin typeface="D2Coding" panose="020B0609020101020101" pitchFamily="49" charset="-127"/>
                <a:ea typeface="D2Coding" panose="020B0609020101020101" pitchFamily="49" charset="-127"/>
                <a:cs typeface="Consolas" panose="020B0609020204030204" pitchFamily="49" charset="0"/>
              </a:rPr>
              <a:t>();</a:t>
            </a:r>
          </a:p>
          <a:p>
            <a:pPr fontAlgn="base">
              <a:lnSpc>
                <a:spcPct val="120000"/>
              </a:lnSpc>
            </a:pPr>
            <a:r>
              <a:rPr lang="en-US" altLang="ko-KR" sz="1200" dirty="0">
                <a:latin typeface="D2Coding" panose="020B0609020101020101" pitchFamily="49" charset="-127"/>
                <a:ea typeface="D2Coding" panose="020B0609020101020101" pitchFamily="49" charset="-127"/>
                <a:cs typeface="Consolas" panose="020B0609020204030204" pitchFamily="49" charset="0"/>
              </a:rPr>
              <a:t> 46:         </a:t>
            </a:r>
          </a:p>
          <a:p>
            <a:pPr fontAlgn="base">
              <a:lnSpc>
                <a:spcPct val="120000"/>
              </a:lnSpc>
            </a:pPr>
            <a:r>
              <a:rPr lang="en-US" altLang="ko-KR" sz="1200" dirty="0">
                <a:latin typeface="D2Coding" panose="020B0609020101020101" pitchFamily="49" charset="-127"/>
                <a:ea typeface="D2Coding" panose="020B0609020101020101" pitchFamily="49" charset="-127"/>
                <a:cs typeface="Consolas" panose="020B0609020204030204" pitchFamily="49" charset="0"/>
              </a:rPr>
              <a:t> 47:         // </a:t>
            </a:r>
            <a:r>
              <a:rPr lang="ko-KR" altLang="en-US" sz="1200" dirty="0">
                <a:latin typeface="D2Coding" panose="020B0609020101020101" pitchFamily="49" charset="-127"/>
                <a:ea typeface="D2Coding" panose="020B0609020101020101" pitchFamily="49" charset="-127"/>
                <a:cs typeface="Consolas" panose="020B0609020204030204" pitchFamily="49" charset="0"/>
              </a:rPr>
              <a:t>저장할 파일명 얻기</a:t>
            </a:r>
          </a:p>
          <a:p>
            <a:pPr fontAlgn="base">
              <a:lnSpc>
                <a:spcPct val="120000"/>
              </a:lnSpc>
            </a:pPr>
            <a:r>
              <a:rPr lang="ko-KR" altLang="en-US" sz="1200" dirty="0">
                <a:latin typeface="D2Coding" panose="020B0609020101020101" pitchFamily="49" charset="-127"/>
                <a:ea typeface="D2Coding" panose="020B0609020101020101" pitchFamily="49" charset="-127"/>
                <a:cs typeface="Consolas" panose="020B0609020204030204" pitchFamily="49" charset="0"/>
              </a:rPr>
              <a:t> </a:t>
            </a:r>
            <a:r>
              <a:rPr lang="en-US" altLang="ko-KR" sz="1200" dirty="0">
                <a:latin typeface="D2Coding" panose="020B0609020101020101" pitchFamily="49" charset="-127"/>
                <a:ea typeface="D2Coding" panose="020B0609020101020101" pitchFamily="49" charset="-127"/>
                <a:cs typeface="Consolas" panose="020B0609020204030204" pitchFamily="49" charset="0"/>
              </a:rPr>
              <a:t>48:         </a:t>
            </a:r>
            <a:r>
              <a:rPr lang="en-US" altLang="ko-KR" sz="1200" dirty="0">
                <a:solidFill>
                  <a:srgbClr val="FF0000"/>
                </a:solidFill>
                <a:latin typeface="D2Coding" panose="020B0609020101020101" pitchFamily="49" charset="-127"/>
                <a:ea typeface="D2Coding" panose="020B0609020101020101" pitchFamily="49" charset="-127"/>
                <a:cs typeface="Consolas" panose="020B0609020204030204" pitchFamily="49" charset="0"/>
              </a:rPr>
              <a:t>String </a:t>
            </a:r>
            <a:r>
              <a:rPr lang="en-US" altLang="ko-KR" sz="1200" dirty="0" err="1">
                <a:solidFill>
                  <a:srgbClr val="FF0000"/>
                </a:solidFill>
                <a:latin typeface="D2Coding" panose="020B0609020101020101" pitchFamily="49" charset="-127"/>
                <a:ea typeface="D2Coding" panose="020B0609020101020101" pitchFamily="49" charset="-127"/>
                <a:cs typeface="Consolas" panose="020B0609020204030204" pitchFamily="49" charset="0"/>
              </a:rPr>
              <a:t>fileNameToSave</a:t>
            </a:r>
            <a:r>
              <a:rPr lang="en-US" altLang="ko-KR" sz="1200" dirty="0">
                <a:solidFill>
                  <a:srgbClr val="FF0000"/>
                </a:solidFill>
                <a:latin typeface="D2Coding" panose="020B0609020101020101" pitchFamily="49" charset="-127"/>
                <a:ea typeface="D2Coding" panose="020B0609020101020101" pitchFamily="49" charset="-127"/>
                <a:cs typeface="Consolas" panose="020B0609020204030204" pitchFamily="49" charset="0"/>
              </a:rPr>
              <a:t> = </a:t>
            </a:r>
            <a:r>
              <a:rPr lang="en-US" altLang="ko-KR" sz="1200" dirty="0" err="1">
                <a:solidFill>
                  <a:srgbClr val="FF0000"/>
                </a:solidFill>
                <a:latin typeface="D2Coding" panose="020B0609020101020101" pitchFamily="49" charset="-127"/>
                <a:ea typeface="D2Coding" panose="020B0609020101020101" pitchFamily="49" charset="-127"/>
                <a:cs typeface="Consolas" panose="020B0609020204030204" pitchFamily="49" charset="0"/>
              </a:rPr>
              <a:t>getFileNameToSave</a:t>
            </a:r>
            <a:r>
              <a:rPr lang="en-US" altLang="ko-KR" sz="1200" dirty="0">
                <a:solidFill>
                  <a:srgbClr val="FF0000"/>
                </a:solidFill>
                <a:latin typeface="D2Coding" panose="020B0609020101020101" pitchFamily="49" charset="-127"/>
                <a:ea typeface="D2Coding" panose="020B0609020101020101" pitchFamily="49" charset="-127"/>
                <a:cs typeface="Consolas" panose="020B0609020204030204" pitchFamily="49" charset="0"/>
              </a:rPr>
              <a:t>(path, </a:t>
            </a:r>
            <a:r>
              <a:rPr lang="en-US" altLang="ko-KR" sz="1200" dirty="0" err="1">
                <a:solidFill>
                  <a:srgbClr val="FF0000"/>
                </a:solidFill>
                <a:latin typeface="D2Coding" panose="020B0609020101020101" pitchFamily="49" charset="-127"/>
                <a:ea typeface="D2Coding" panose="020B0609020101020101" pitchFamily="49" charset="-127"/>
                <a:cs typeface="Consolas" panose="020B0609020204030204" pitchFamily="49" charset="0"/>
              </a:rPr>
              <a:t>fileName</a:t>
            </a:r>
            <a:r>
              <a:rPr lang="en-US" altLang="ko-KR" sz="1200" dirty="0">
                <a:solidFill>
                  <a:srgbClr val="FF0000"/>
                </a:solidFill>
                <a:latin typeface="D2Coding" panose="020B0609020101020101" pitchFamily="49" charset="-127"/>
                <a:ea typeface="D2Coding" panose="020B0609020101020101" pitchFamily="49" charset="-127"/>
                <a:cs typeface="Consolas" panose="020B0609020204030204" pitchFamily="49" charset="0"/>
              </a:rPr>
              <a:t>);</a:t>
            </a:r>
          </a:p>
          <a:p>
            <a:pPr fontAlgn="base">
              <a:lnSpc>
                <a:spcPct val="120000"/>
              </a:lnSpc>
            </a:pPr>
            <a:r>
              <a:rPr lang="en-US" altLang="ko-KR" sz="1200" dirty="0">
                <a:latin typeface="D2Coding" panose="020B0609020101020101" pitchFamily="49" charset="-127"/>
                <a:ea typeface="D2Coding" panose="020B0609020101020101" pitchFamily="49" charset="-127"/>
                <a:cs typeface="Consolas" panose="020B0609020204030204" pitchFamily="49" charset="0"/>
              </a:rPr>
              <a:t> 49: </a:t>
            </a:r>
          </a:p>
          <a:p>
            <a:pPr fontAlgn="base">
              <a:lnSpc>
                <a:spcPct val="120000"/>
              </a:lnSpc>
            </a:pPr>
            <a:r>
              <a:rPr lang="en-US" altLang="ko-KR" sz="1200" dirty="0">
                <a:latin typeface="D2Coding" panose="020B0609020101020101" pitchFamily="49" charset="-127"/>
                <a:ea typeface="D2Coding" panose="020B0609020101020101" pitchFamily="49" charset="-127"/>
                <a:cs typeface="Consolas" panose="020B0609020204030204" pitchFamily="49" charset="0"/>
              </a:rPr>
              <a:t> 50:         // </a:t>
            </a:r>
            <a:r>
              <a:rPr lang="ko-KR" altLang="en-US" sz="1200" dirty="0">
                <a:latin typeface="D2Coding" panose="020B0609020101020101" pitchFamily="49" charset="-127"/>
                <a:ea typeface="D2Coding" panose="020B0609020101020101" pitchFamily="49" charset="-127"/>
                <a:cs typeface="Consolas" panose="020B0609020204030204" pitchFamily="49" charset="0"/>
              </a:rPr>
              <a:t>파트 객체의 데이터를 파일로 쓰기</a:t>
            </a:r>
          </a:p>
          <a:p>
            <a:pPr fontAlgn="base">
              <a:lnSpc>
                <a:spcPct val="120000"/>
              </a:lnSpc>
            </a:pPr>
            <a:r>
              <a:rPr lang="ko-KR" altLang="en-US" sz="1200" dirty="0">
                <a:latin typeface="D2Coding" panose="020B0609020101020101" pitchFamily="49" charset="-127"/>
                <a:ea typeface="D2Coding" panose="020B0609020101020101" pitchFamily="49" charset="-127"/>
                <a:cs typeface="Consolas" panose="020B0609020204030204" pitchFamily="49" charset="0"/>
              </a:rPr>
              <a:t> </a:t>
            </a:r>
            <a:r>
              <a:rPr lang="en-US" altLang="ko-KR" sz="1200" dirty="0">
                <a:latin typeface="D2Coding" panose="020B0609020101020101" pitchFamily="49" charset="-127"/>
                <a:ea typeface="D2Coding" panose="020B0609020101020101" pitchFamily="49" charset="-127"/>
                <a:cs typeface="Consolas" panose="020B0609020204030204" pitchFamily="49" charset="0"/>
              </a:rPr>
              <a:t>51:         </a:t>
            </a:r>
            <a:r>
              <a:rPr lang="en-US" altLang="ko-KR" sz="1200" dirty="0" err="1">
                <a:latin typeface="D2Coding" panose="020B0609020101020101" pitchFamily="49" charset="-127"/>
                <a:ea typeface="D2Coding" panose="020B0609020101020101" pitchFamily="49" charset="-127"/>
                <a:cs typeface="Consolas" panose="020B0609020204030204" pitchFamily="49" charset="0"/>
              </a:rPr>
              <a:t>part.write</a:t>
            </a:r>
            <a:r>
              <a:rPr lang="en-US" altLang="ko-KR" sz="1200" dirty="0">
                <a:latin typeface="D2Coding" panose="020B0609020101020101" pitchFamily="49" charset="-127"/>
                <a:ea typeface="D2Coding" panose="020B0609020101020101" pitchFamily="49" charset="-127"/>
                <a:cs typeface="Consolas" panose="020B0609020204030204" pitchFamily="49" charset="0"/>
              </a:rPr>
              <a:t>(path + </a:t>
            </a:r>
            <a:r>
              <a:rPr lang="en-US" altLang="ko-KR" sz="1200" dirty="0" err="1">
                <a:solidFill>
                  <a:srgbClr val="FF0000"/>
                </a:solidFill>
                <a:latin typeface="D2Coding" panose="020B0609020101020101" pitchFamily="49" charset="-127"/>
                <a:ea typeface="D2Coding" panose="020B0609020101020101" pitchFamily="49" charset="-127"/>
                <a:cs typeface="Consolas" panose="020B0609020204030204" pitchFamily="49" charset="0"/>
              </a:rPr>
              <a:t>fileNameToSave</a:t>
            </a:r>
            <a:r>
              <a:rPr lang="en-US" altLang="ko-KR" sz="1200" dirty="0">
                <a:latin typeface="D2Coding" panose="020B0609020101020101" pitchFamily="49" charset="-127"/>
                <a:ea typeface="D2Coding" panose="020B0609020101020101" pitchFamily="49" charset="-127"/>
                <a:cs typeface="Consolas" panose="020B0609020204030204" pitchFamily="49" charset="0"/>
              </a:rPr>
              <a:t>);</a:t>
            </a:r>
          </a:p>
          <a:p>
            <a:pPr fontAlgn="base">
              <a:lnSpc>
                <a:spcPct val="120000"/>
              </a:lnSpc>
            </a:pPr>
            <a:r>
              <a:rPr lang="en-US" altLang="ko-KR" sz="1200" dirty="0">
                <a:latin typeface="D2Coding" panose="020B0609020101020101" pitchFamily="49" charset="-127"/>
                <a:ea typeface="D2Coding" panose="020B0609020101020101" pitchFamily="49" charset="-127"/>
                <a:cs typeface="Consolas" panose="020B0609020204030204" pitchFamily="49" charset="0"/>
              </a:rPr>
              <a:t> 52:         </a:t>
            </a:r>
          </a:p>
          <a:p>
            <a:pPr fontAlgn="base">
              <a:lnSpc>
                <a:spcPct val="120000"/>
              </a:lnSpc>
            </a:pPr>
            <a:r>
              <a:rPr lang="en-US" altLang="ko-KR" sz="1200" dirty="0">
                <a:latin typeface="D2Coding" panose="020B0609020101020101" pitchFamily="49" charset="-127"/>
                <a:ea typeface="D2Coding" panose="020B0609020101020101" pitchFamily="49" charset="-127"/>
                <a:cs typeface="Consolas" panose="020B0609020204030204" pitchFamily="49" charset="0"/>
              </a:rPr>
              <a:t> 53:         </a:t>
            </a:r>
            <a:r>
              <a:rPr lang="en-US" altLang="ko-KR" sz="1200" dirty="0" err="1">
                <a:latin typeface="D2Coding" panose="020B0609020101020101" pitchFamily="49" charset="-127"/>
                <a:ea typeface="D2Coding" panose="020B0609020101020101" pitchFamily="49" charset="-127"/>
                <a:cs typeface="Consolas" panose="020B0609020204030204" pitchFamily="49" charset="0"/>
              </a:rPr>
              <a:t>out.print</a:t>
            </a:r>
            <a:r>
              <a:rPr lang="en-US" altLang="ko-KR" sz="1200" dirty="0">
                <a:latin typeface="D2Coding" panose="020B0609020101020101" pitchFamily="49" charset="-127"/>
                <a:ea typeface="D2Coding" panose="020B0609020101020101" pitchFamily="49" charset="-127"/>
                <a:cs typeface="Consolas" panose="020B0609020204030204" pitchFamily="49" charset="0"/>
              </a:rPr>
              <a:t>("</a:t>
            </a:r>
            <a:r>
              <a:rPr lang="ko-KR" altLang="en-US" sz="1200" dirty="0" err="1">
                <a:latin typeface="D2Coding" panose="020B0609020101020101" pitchFamily="49" charset="-127"/>
                <a:ea typeface="D2Coding" panose="020B0609020101020101" pitchFamily="49" charset="-127"/>
                <a:cs typeface="Consolas" panose="020B0609020204030204" pitchFamily="49" charset="0"/>
              </a:rPr>
              <a:t>업로드된</a:t>
            </a:r>
            <a:r>
              <a:rPr lang="ko-KR" altLang="en-US" sz="1200" dirty="0">
                <a:latin typeface="D2Coding" panose="020B0609020101020101" pitchFamily="49" charset="-127"/>
                <a:ea typeface="D2Coding" panose="020B0609020101020101" pitchFamily="49" charset="-127"/>
                <a:cs typeface="Consolas" panose="020B0609020204030204" pitchFamily="49" charset="0"/>
              </a:rPr>
              <a:t> 파일명 </a:t>
            </a:r>
            <a:r>
              <a:rPr lang="en-US" altLang="ko-KR" sz="1200" dirty="0">
                <a:latin typeface="D2Coding" panose="020B0609020101020101" pitchFamily="49" charset="-127"/>
                <a:ea typeface="D2Coding" panose="020B0609020101020101" pitchFamily="49" charset="-127"/>
                <a:cs typeface="Consolas" panose="020B0609020204030204" pitchFamily="49" charset="0"/>
              </a:rPr>
              <a:t>: " + </a:t>
            </a:r>
            <a:r>
              <a:rPr lang="en-US" altLang="ko-KR" sz="1200" dirty="0" err="1">
                <a:latin typeface="D2Coding" panose="020B0609020101020101" pitchFamily="49" charset="-127"/>
                <a:ea typeface="D2Coding" panose="020B0609020101020101" pitchFamily="49" charset="-127"/>
                <a:cs typeface="Consolas" panose="020B0609020204030204" pitchFamily="49" charset="0"/>
              </a:rPr>
              <a:t>fileName</a:t>
            </a:r>
            <a:r>
              <a:rPr lang="en-US" altLang="ko-KR" sz="1200" dirty="0">
                <a:latin typeface="D2Coding" panose="020B0609020101020101" pitchFamily="49" charset="-127"/>
                <a:ea typeface="D2Coding" panose="020B0609020101020101" pitchFamily="49" charset="-127"/>
                <a:cs typeface="Consolas" panose="020B0609020204030204" pitchFamily="49" charset="0"/>
              </a:rPr>
              <a:t> + "&lt;</a:t>
            </a:r>
            <a:r>
              <a:rPr lang="en-US" altLang="ko-KR" sz="1200" dirty="0" err="1">
                <a:latin typeface="D2Coding" panose="020B0609020101020101" pitchFamily="49" charset="-127"/>
                <a:ea typeface="D2Coding" panose="020B0609020101020101" pitchFamily="49" charset="-127"/>
                <a:cs typeface="Consolas" panose="020B0609020204030204" pitchFamily="49" charset="0"/>
              </a:rPr>
              <a:t>br</a:t>
            </a:r>
            <a:r>
              <a:rPr lang="en-US" altLang="ko-KR" sz="1200" dirty="0">
                <a:latin typeface="D2Coding" panose="020B0609020101020101" pitchFamily="49" charset="-127"/>
                <a:ea typeface="D2Coding" panose="020B0609020101020101" pitchFamily="49" charset="-127"/>
                <a:cs typeface="Consolas" panose="020B0609020204030204" pitchFamily="49" charset="0"/>
              </a:rPr>
              <a:t>&gt;");</a:t>
            </a:r>
          </a:p>
          <a:p>
            <a:pPr fontAlgn="base">
              <a:lnSpc>
                <a:spcPct val="120000"/>
              </a:lnSpc>
            </a:pPr>
            <a:r>
              <a:rPr lang="en-US" altLang="ko-KR" sz="1200" dirty="0">
                <a:latin typeface="D2Coding" panose="020B0609020101020101" pitchFamily="49" charset="-127"/>
                <a:ea typeface="D2Coding" panose="020B0609020101020101" pitchFamily="49" charset="-127"/>
                <a:cs typeface="Consolas" panose="020B0609020204030204" pitchFamily="49" charset="0"/>
              </a:rPr>
              <a:t> 54:         </a:t>
            </a:r>
            <a:r>
              <a:rPr lang="en-US" altLang="ko-KR" sz="1200" dirty="0" err="1">
                <a:latin typeface="D2Coding" panose="020B0609020101020101" pitchFamily="49" charset="-127"/>
                <a:ea typeface="D2Coding" panose="020B0609020101020101" pitchFamily="49" charset="-127"/>
                <a:cs typeface="Consolas" panose="020B0609020204030204" pitchFamily="49" charset="0"/>
              </a:rPr>
              <a:t>out.print</a:t>
            </a:r>
            <a:r>
              <a:rPr lang="en-US" altLang="ko-KR" sz="1200" dirty="0">
                <a:latin typeface="D2Coding" panose="020B0609020101020101" pitchFamily="49" charset="-127"/>
                <a:ea typeface="D2Coding" panose="020B0609020101020101" pitchFamily="49" charset="-127"/>
                <a:cs typeface="Consolas" panose="020B0609020204030204" pitchFamily="49" charset="0"/>
              </a:rPr>
              <a:t>("</a:t>
            </a:r>
            <a:r>
              <a:rPr lang="ko-KR" altLang="en-US" sz="1200" dirty="0">
                <a:latin typeface="D2Coding" panose="020B0609020101020101" pitchFamily="49" charset="-127"/>
                <a:ea typeface="D2Coding" panose="020B0609020101020101" pitchFamily="49" charset="-127"/>
                <a:cs typeface="Consolas" panose="020B0609020204030204" pitchFamily="49" charset="0"/>
              </a:rPr>
              <a:t>저장된 파일명 </a:t>
            </a:r>
            <a:r>
              <a:rPr lang="en-US" altLang="ko-KR" sz="1200" dirty="0">
                <a:latin typeface="D2Coding" panose="020B0609020101020101" pitchFamily="49" charset="-127"/>
                <a:ea typeface="D2Coding" panose="020B0609020101020101" pitchFamily="49" charset="-127"/>
                <a:cs typeface="Consolas" panose="020B0609020204030204" pitchFamily="49" charset="0"/>
              </a:rPr>
              <a:t>: " + </a:t>
            </a:r>
            <a:r>
              <a:rPr lang="en-US" altLang="ko-KR" sz="1200" dirty="0" err="1">
                <a:solidFill>
                  <a:srgbClr val="FF0000"/>
                </a:solidFill>
                <a:latin typeface="D2Coding" panose="020B0609020101020101" pitchFamily="49" charset="-127"/>
                <a:ea typeface="D2Coding" panose="020B0609020101020101" pitchFamily="49" charset="-127"/>
                <a:cs typeface="Consolas" panose="020B0609020204030204" pitchFamily="49" charset="0"/>
              </a:rPr>
              <a:t>fileNameToSave</a:t>
            </a:r>
            <a:r>
              <a:rPr lang="en-US" altLang="ko-KR" sz="1200" dirty="0">
                <a:latin typeface="D2Coding" panose="020B0609020101020101" pitchFamily="49" charset="-127"/>
                <a:ea typeface="D2Coding" panose="020B0609020101020101" pitchFamily="49" charset="-127"/>
                <a:cs typeface="Consolas" panose="020B0609020204030204" pitchFamily="49" charset="0"/>
              </a:rPr>
              <a:t> + "&lt;</a:t>
            </a:r>
            <a:r>
              <a:rPr lang="en-US" altLang="ko-KR" sz="1200" dirty="0" err="1">
                <a:latin typeface="D2Coding" panose="020B0609020101020101" pitchFamily="49" charset="-127"/>
                <a:ea typeface="D2Coding" panose="020B0609020101020101" pitchFamily="49" charset="-127"/>
                <a:cs typeface="Consolas" panose="020B0609020204030204" pitchFamily="49" charset="0"/>
              </a:rPr>
              <a:t>br</a:t>
            </a:r>
            <a:r>
              <a:rPr lang="en-US" altLang="ko-KR" sz="1200" dirty="0">
                <a:latin typeface="D2Coding" panose="020B0609020101020101" pitchFamily="49" charset="-127"/>
                <a:ea typeface="D2Coding" panose="020B0609020101020101" pitchFamily="49" charset="-127"/>
                <a:cs typeface="Consolas" panose="020B0609020204030204" pitchFamily="49" charset="0"/>
              </a:rPr>
              <a:t>&gt;");</a:t>
            </a:r>
          </a:p>
          <a:p>
            <a:pPr fontAlgn="base">
              <a:lnSpc>
                <a:spcPct val="120000"/>
              </a:lnSpc>
            </a:pPr>
            <a:r>
              <a:rPr lang="en-US" altLang="ko-KR" sz="1200" dirty="0">
                <a:latin typeface="D2Coding" panose="020B0609020101020101" pitchFamily="49" charset="-127"/>
                <a:ea typeface="D2Coding" panose="020B0609020101020101" pitchFamily="49" charset="-127"/>
                <a:cs typeface="Consolas" panose="020B0609020204030204" pitchFamily="49" charset="0"/>
              </a:rPr>
              <a:t> 55:         </a:t>
            </a:r>
            <a:r>
              <a:rPr lang="en-US" altLang="ko-KR" sz="1200" dirty="0" err="1">
                <a:latin typeface="D2Coding" panose="020B0609020101020101" pitchFamily="49" charset="-127"/>
                <a:ea typeface="D2Coding" panose="020B0609020101020101" pitchFamily="49" charset="-127"/>
                <a:cs typeface="Consolas" panose="020B0609020204030204" pitchFamily="49" charset="0"/>
              </a:rPr>
              <a:t>out.print</a:t>
            </a:r>
            <a:r>
              <a:rPr lang="en-US" altLang="ko-KR" sz="1200" dirty="0">
                <a:latin typeface="D2Coding" panose="020B0609020101020101" pitchFamily="49" charset="-127"/>
                <a:ea typeface="D2Coding" panose="020B0609020101020101" pitchFamily="49" charset="-127"/>
                <a:cs typeface="Consolas" panose="020B0609020204030204" pitchFamily="49" charset="0"/>
              </a:rPr>
              <a:t>("</a:t>
            </a:r>
            <a:r>
              <a:rPr lang="ko-KR" altLang="en-US" sz="1200" dirty="0">
                <a:latin typeface="D2Coding" panose="020B0609020101020101" pitchFamily="49" charset="-127"/>
                <a:ea typeface="D2Coding" panose="020B0609020101020101" pitchFamily="49" charset="-127"/>
                <a:cs typeface="Consolas" panose="020B0609020204030204" pitchFamily="49" charset="0"/>
              </a:rPr>
              <a:t>저장된 경로 </a:t>
            </a:r>
            <a:r>
              <a:rPr lang="en-US" altLang="ko-KR" sz="1200" dirty="0">
                <a:latin typeface="D2Coding" panose="020B0609020101020101" pitchFamily="49" charset="-127"/>
                <a:ea typeface="D2Coding" panose="020B0609020101020101" pitchFamily="49" charset="-127"/>
                <a:cs typeface="Consolas" panose="020B0609020204030204" pitchFamily="49" charset="0"/>
              </a:rPr>
              <a:t>: " + path + "&lt;</a:t>
            </a:r>
            <a:r>
              <a:rPr lang="en-US" altLang="ko-KR" sz="1200" dirty="0" err="1">
                <a:latin typeface="D2Coding" panose="020B0609020101020101" pitchFamily="49" charset="-127"/>
                <a:ea typeface="D2Coding" panose="020B0609020101020101" pitchFamily="49" charset="-127"/>
                <a:cs typeface="Consolas" panose="020B0609020204030204" pitchFamily="49" charset="0"/>
              </a:rPr>
              <a:t>br</a:t>
            </a:r>
            <a:r>
              <a:rPr lang="en-US" altLang="ko-KR" sz="1200" dirty="0">
                <a:latin typeface="D2Coding" panose="020B0609020101020101" pitchFamily="49" charset="-127"/>
                <a:ea typeface="D2Coding" panose="020B0609020101020101" pitchFamily="49" charset="-127"/>
                <a:cs typeface="Consolas" panose="020B0609020204030204" pitchFamily="49" charset="0"/>
              </a:rPr>
              <a:t>&gt;");</a:t>
            </a:r>
          </a:p>
          <a:p>
            <a:pPr fontAlgn="base">
              <a:lnSpc>
                <a:spcPct val="120000"/>
              </a:lnSpc>
            </a:pPr>
            <a:r>
              <a:rPr lang="en-US" altLang="ko-KR" sz="1200" dirty="0">
                <a:latin typeface="D2Coding" panose="020B0609020101020101" pitchFamily="49" charset="-127"/>
                <a:ea typeface="D2Coding" panose="020B0609020101020101" pitchFamily="49" charset="-127"/>
                <a:cs typeface="Consolas" panose="020B0609020204030204" pitchFamily="49" charset="0"/>
              </a:rPr>
              <a:t> 56:         </a:t>
            </a:r>
            <a:r>
              <a:rPr lang="en-US" altLang="ko-KR" sz="1200" dirty="0" err="1">
                <a:latin typeface="D2Coding" panose="020B0609020101020101" pitchFamily="49" charset="-127"/>
                <a:ea typeface="D2Coding" panose="020B0609020101020101" pitchFamily="49" charset="-127"/>
                <a:cs typeface="Consolas" panose="020B0609020204030204" pitchFamily="49" charset="0"/>
              </a:rPr>
              <a:t>out.print</a:t>
            </a:r>
            <a:r>
              <a:rPr lang="en-US" altLang="ko-KR" sz="1200" dirty="0">
                <a:latin typeface="D2Coding" panose="020B0609020101020101" pitchFamily="49" charset="-127"/>
                <a:ea typeface="D2Coding" panose="020B0609020101020101" pitchFamily="49" charset="-127"/>
                <a:cs typeface="Consolas" panose="020B0609020204030204" pitchFamily="49" charset="0"/>
              </a:rPr>
              <a:t>("</a:t>
            </a:r>
            <a:r>
              <a:rPr lang="ko-KR" altLang="en-US" sz="1200" dirty="0">
                <a:latin typeface="D2Coding" panose="020B0609020101020101" pitchFamily="49" charset="-127"/>
                <a:ea typeface="D2Coding" panose="020B0609020101020101" pitchFamily="49" charset="-127"/>
                <a:cs typeface="Consolas" panose="020B0609020204030204" pitchFamily="49" charset="0"/>
              </a:rPr>
              <a:t>파일 크기 </a:t>
            </a:r>
            <a:r>
              <a:rPr lang="en-US" altLang="ko-KR" sz="1200" dirty="0">
                <a:latin typeface="D2Coding" panose="020B0609020101020101" pitchFamily="49" charset="-127"/>
                <a:ea typeface="D2Coding" panose="020B0609020101020101" pitchFamily="49" charset="-127"/>
                <a:cs typeface="Consolas" panose="020B0609020204030204" pitchFamily="49" charset="0"/>
              </a:rPr>
              <a:t>: " + </a:t>
            </a:r>
            <a:r>
              <a:rPr lang="en-US" altLang="ko-KR" sz="1200" dirty="0" err="1">
                <a:latin typeface="D2Coding" panose="020B0609020101020101" pitchFamily="49" charset="-127"/>
                <a:ea typeface="D2Coding" panose="020B0609020101020101" pitchFamily="49" charset="-127"/>
                <a:cs typeface="Consolas" panose="020B0609020204030204" pitchFamily="49" charset="0"/>
              </a:rPr>
              <a:t>part.getSize</a:t>
            </a:r>
            <a:r>
              <a:rPr lang="en-US" altLang="ko-KR" sz="1200" dirty="0">
                <a:latin typeface="D2Coding" panose="020B0609020101020101" pitchFamily="49" charset="-127"/>
                <a:ea typeface="D2Coding" panose="020B0609020101020101" pitchFamily="49" charset="-127"/>
                <a:cs typeface="Consolas" panose="020B0609020204030204" pitchFamily="49" charset="0"/>
              </a:rPr>
              <a:t>() + "&lt;</a:t>
            </a:r>
            <a:r>
              <a:rPr lang="en-US" altLang="ko-KR" sz="1200" dirty="0" err="1">
                <a:latin typeface="D2Coding" panose="020B0609020101020101" pitchFamily="49" charset="-127"/>
                <a:ea typeface="D2Coding" panose="020B0609020101020101" pitchFamily="49" charset="-127"/>
                <a:cs typeface="Consolas" panose="020B0609020204030204" pitchFamily="49" charset="0"/>
              </a:rPr>
              <a:t>br</a:t>
            </a:r>
            <a:r>
              <a:rPr lang="en-US" altLang="ko-KR" sz="1200" dirty="0">
                <a:latin typeface="D2Coding" panose="020B0609020101020101" pitchFamily="49" charset="-127"/>
                <a:ea typeface="D2Coding" panose="020B0609020101020101" pitchFamily="49" charset="-127"/>
                <a:cs typeface="Consolas" panose="020B0609020204030204" pitchFamily="49" charset="0"/>
              </a:rPr>
              <a:t>&gt;");</a:t>
            </a:r>
          </a:p>
          <a:p>
            <a:pPr fontAlgn="base">
              <a:lnSpc>
                <a:spcPct val="120000"/>
              </a:lnSpc>
            </a:pPr>
            <a:r>
              <a:rPr lang="en-US" altLang="ko-KR" sz="1200" dirty="0">
                <a:latin typeface="D2Coding" panose="020B0609020101020101" pitchFamily="49" charset="-127"/>
                <a:ea typeface="D2Coding" panose="020B0609020101020101" pitchFamily="49" charset="-127"/>
                <a:cs typeface="Consolas" panose="020B0609020204030204" pitchFamily="49" charset="0"/>
              </a:rPr>
              <a:t> 57:         </a:t>
            </a:r>
          </a:p>
          <a:p>
            <a:pPr fontAlgn="base">
              <a:lnSpc>
                <a:spcPct val="120000"/>
              </a:lnSpc>
            </a:pPr>
            <a:r>
              <a:rPr lang="en-US" altLang="ko-KR" sz="1200" dirty="0">
                <a:latin typeface="D2Coding" panose="020B0609020101020101" pitchFamily="49" charset="-127"/>
                <a:ea typeface="D2Coding" panose="020B0609020101020101" pitchFamily="49" charset="-127"/>
                <a:cs typeface="Consolas" panose="020B0609020204030204" pitchFamily="49" charset="0"/>
              </a:rPr>
              <a:t> 58:     } else {</a:t>
            </a:r>
          </a:p>
          <a:p>
            <a:pPr fontAlgn="base">
              <a:lnSpc>
                <a:spcPct val="120000"/>
              </a:lnSpc>
            </a:pPr>
            <a:r>
              <a:rPr lang="en-US" altLang="ko-KR" sz="1200" dirty="0">
                <a:latin typeface="D2Coding" panose="020B0609020101020101" pitchFamily="49" charset="-127"/>
                <a:ea typeface="D2Coding" panose="020B0609020101020101" pitchFamily="49" charset="-127"/>
                <a:cs typeface="Consolas" panose="020B0609020204030204" pitchFamily="49" charset="0"/>
              </a:rPr>
              <a:t> 59:         </a:t>
            </a:r>
            <a:r>
              <a:rPr lang="en-US" altLang="ko-KR" sz="1200" dirty="0" err="1">
                <a:latin typeface="D2Coding" panose="020B0609020101020101" pitchFamily="49" charset="-127"/>
                <a:ea typeface="D2Coding" panose="020B0609020101020101" pitchFamily="49" charset="-127"/>
                <a:cs typeface="Consolas" panose="020B0609020204030204" pitchFamily="49" charset="0"/>
              </a:rPr>
              <a:t>out.print</a:t>
            </a:r>
            <a:r>
              <a:rPr lang="en-US" altLang="ko-KR" sz="1200" dirty="0">
                <a:latin typeface="D2Coding" panose="020B0609020101020101" pitchFamily="49" charset="-127"/>
                <a:ea typeface="D2Coding" panose="020B0609020101020101" pitchFamily="49" charset="-127"/>
                <a:cs typeface="Consolas" panose="020B0609020204030204" pitchFamily="49" charset="0"/>
              </a:rPr>
              <a:t>("</a:t>
            </a:r>
            <a:r>
              <a:rPr lang="ko-KR" altLang="en-US" sz="1200" dirty="0">
                <a:latin typeface="D2Coding" panose="020B0609020101020101" pitchFamily="49" charset="-127"/>
                <a:ea typeface="D2Coding" panose="020B0609020101020101" pitchFamily="49" charset="-127"/>
                <a:cs typeface="Consolas" panose="020B0609020204030204" pitchFamily="49" charset="0"/>
              </a:rPr>
              <a:t>업로드할 파일이 지정되지 않았습니다</a:t>
            </a:r>
            <a:r>
              <a:rPr lang="en-US" altLang="ko-KR" sz="1200" dirty="0">
                <a:latin typeface="D2Coding" panose="020B0609020101020101" pitchFamily="49" charset="-127"/>
                <a:ea typeface="D2Coding" panose="020B0609020101020101" pitchFamily="49" charset="-127"/>
                <a:cs typeface="Consolas" panose="020B0609020204030204" pitchFamily="49" charset="0"/>
              </a:rPr>
              <a:t>.");</a:t>
            </a:r>
          </a:p>
          <a:p>
            <a:pPr fontAlgn="base">
              <a:lnSpc>
                <a:spcPct val="120000"/>
              </a:lnSpc>
            </a:pPr>
            <a:r>
              <a:rPr lang="en-US" altLang="ko-KR" sz="1200" dirty="0">
                <a:latin typeface="D2Coding" panose="020B0609020101020101" pitchFamily="49" charset="-127"/>
                <a:ea typeface="D2Coding" panose="020B0609020101020101" pitchFamily="49" charset="-127"/>
                <a:cs typeface="Consolas" panose="020B0609020204030204" pitchFamily="49" charset="0"/>
              </a:rPr>
              <a:t> 60:     }</a:t>
            </a:r>
          </a:p>
          <a:p>
            <a:pPr fontAlgn="base">
              <a:lnSpc>
                <a:spcPct val="120000"/>
              </a:lnSpc>
            </a:pPr>
            <a:r>
              <a:rPr lang="en-US" altLang="ko-KR" sz="1200" dirty="0">
                <a:latin typeface="D2Coding" panose="020B0609020101020101" pitchFamily="49" charset="-127"/>
                <a:ea typeface="D2Coding" panose="020B0609020101020101" pitchFamily="49" charset="-127"/>
                <a:cs typeface="Consolas" panose="020B0609020204030204" pitchFamily="49" charset="0"/>
              </a:rPr>
              <a:t> 61: %&gt;</a:t>
            </a:r>
          </a:p>
        </p:txBody>
      </p:sp>
    </p:spTree>
    <p:extLst>
      <p:ext uri="{BB962C8B-B14F-4D97-AF65-F5344CB8AC3E}">
        <p14:creationId xmlns:p14="http://schemas.microsoft.com/office/powerpoint/2010/main" val="1558379714"/>
      </p:ext>
    </p:ext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fontAlgn="base"/>
            <a:r>
              <a:rPr lang="en-US" altLang="ko-KR" dirty="0"/>
              <a:t>7.1 </a:t>
            </a:r>
            <a:r>
              <a:rPr lang="ko-KR" altLang="en-US" dirty="0"/>
              <a:t>파일 업로드</a:t>
            </a:r>
          </a:p>
        </p:txBody>
      </p:sp>
      <p:sp>
        <p:nvSpPr>
          <p:cNvPr id="4" name="슬라이드 번호 개체 틀 3"/>
          <p:cNvSpPr>
            <a:spLocks noGrp="1"/>
          </p:cNvSpPr>
          <p:nvPr>
            <p:ph type="sldNum" sz="quarter" idx="4"/>
          </p:nvPr>
        </p:nvSpPr>
        <p:spPr/>
        <p:txBody>
          <a:bodyPr/>
          <a:lstStyle/>
          <a:p>
            <a:fld id="{5AA8C37D-6ADA-49EE-B609-6DB056DA936F}" type="slidenum">
              <a:rPr lang="ko-KR" altLang="en-US" smtClean="0"/>
              <a:pPr/>
              <a:t>16</a:t>
            </a:fld>
            <a:endParaRPr lang="ko-KR" altLang="en-US" dirty="0"/>
          </a:p>
        </p:txBody>
      </p:sp>
      <p:sp>
        <p:nvSpPr>
          <p:cNvPr id="8" name="직사각형 7">
            <a:extLst>
              <a:ext uri="{FF2B5EF4-FFF2-40B4-BE49-F238E27FC236}">
                <a16:creationId xmlns:a16="http://schemas.microsoft.com/office/drawing/2014/main" id="{A543F91A-4A44-48D6-91A7-2A0EAF615EDA}"/>
              </a:ext>
            </a:extLst>
          </p:cNvPr>
          <p:cNvSpPr/>
          <p:nvPr/>
        </p:nvSpPr>
        <p:spPr>
          <a:xfrm>
            <a:off x="700221" y="1124744"/>
            <a:ext cx="8229600" cy="52104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fontAlgn="base">
              <a:lnSpc>
                <a:spcPct val="120000"/>
              </a:lnSpc>
            </a:pPr>
            <a:r>
              <a:rPr lang="en-US" altLang="ko-KR" sz="1200" dirty="0">
                <a:latin typeface="D2Coding" panose="020B0609020101020101" pitchFamily="49" charset="-127"/>
                <a:ea typeface="D2Coding" panose="020B0609020101020101" pitchFamily="49" charset="-127"/>
                <a:cs typeface="Consolas" panose="020B0609020204030204" pitchFamily="49" charset="0"/>
              </a:rPr>
              <a:t> 62: &lt;/body&gt;</a:t>
            </a:r>
          </a:p>
          <a:p>
            <a:pPr fontAlgn="base">
              <a:lnSpc>
                <a:spcPct val="120000"/>
              </a:lnSpc>
            </a:pPr>
            <a:r>
              <a:rPr lang="en-US" altLang="ko-KR" sz="1200" dirty="0">
                <a:latin typeface="D2Coding" panose="020B0609020101020101" pitchFamily="49" charset="-127"/>
                <a:ea typeface="D2Coding" panose="020B0609020101020101" pitchFamily="49" charset="-127"/>
                <a:cs typeface="Consolas" panose="020B0609020204030204" pitchFamily="49" charset="0"/>
              </a:rPr>
              <a:t> 63: &lt;/html&gt;</a:t>
            </a:r>
          </a:p>
        </p:txBody>
      </p:sp>
    </p:spTree>
    <p:extLst>
      <p:ext uri="{BB962C8B-B14F-4D97-AF65-F5344CB8AC3E}">
        <p14:creationId xmlns:p14="http://schemas.microsoft.com/office/powerpoint/2010/main" val="672175795"/>
      </p:ext>
    </p:extLst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fontAlgn="base"/>
            <a:r>
              <a:rPr lang="en-US" altLang="ko-KR" dirty="0"/>
              <a:t>7.2 </a:t>
            </a:r>
            <a:r>
              <a:rPr lang="ko-KR" altLang="en-US" dirty="0"/>
              <a:t>웹 하드 프로그램을 위한 테이블 생성과 메인 페이지</a:t>
            </a:r>
          </a:p>
        </p:txBody>
      </p:sp>
      <p:sp>
        <p:nvSpPr>
          <p:cNvPr id="3" name="내용 개체 틀 2"/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pPr fontAlgn="base"/>
            <a:r>
              <a:rPr lang="ko-KR" altLang="en-US" dirty="0"/>
              <a:t>테이블 생성</a:t>
            </a:r>
          </a:p>
        </p:txBody>
      </p:sp>
      <p:sp>
        <p:nvSpPr>
          <p:cNvPr id="4" name="슬라이드 번호 개체 틀 3"/>
          <p:cNvSpPr>
            <a:spLocks noGrp="1"/>
          </p:cNvSpPr>
          <p:nvPr>
            <p:ph type="sldNum" sz="quarter" idx="4"/>
          </p:nvPr>
        </p:nvSpPr>
        <p:spPr/>
        <p:txBody>
          <a:bodyPr/>
          <a:lstStyle/>
          <a:p>
            <a:fld id="{5AA8C37D-6ADA-49EE-B609-6DB056DA936F}" type="slidenum">
              <a:rPr lang="ko-KR" altLang="en-US" smtClean="0"/>
              <a:pPr/>
              <a:t>17</a:t>
            </a:fld>
            <a:endParaRPr lang="ko-KR" altLang="en-US" dirty="0"/>
          </a:p>
        </p:txBody>
      </p:sp>
      <p:sp>
        <p:nvSpPr>
          <p:cNvPr id="5" name="직사각형 4">
            <a:extLst>
              <a:ext uri="{FF2B5EF4-FFF2-40B4-BE49-F238E27FC236}">
                <a16:creationId xmlns:a16="http://schemas.microsoft.com/office/drawing/2014/main" id="{A543F91A-4A44-48D6-91A7-2A0EAF615EDA}"/>
              </a:ext>
            </a:extLst>
          </p:cNvPr>
          <p:cNvSpPr/>
          <p:nvPr/>
        </p:nvSpPr>
        <p:spPr>
          <a:xfrm>
            <a:off x="905086" y="1988840"/>
            <a:ext cx="7333828" cy="1885196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fontAlgn="base">
              <a:lnSpc>
                <a:spcPct val="120000"/>
              </a:lnSpc>
            </a:pPr>
            <a:r>
              <a:rPr lang="en-US" altLang="ko-KR" sz="1400" dirty="0">
                <a:latin typeface="D2Coding" panose="020B0609020101020101" pitchFamily="49" charset="-127"/>
                <a:ea typeface="D2Coding" panose="020B0609020101020101" pitchFamily="49" charset="-127"/>
                <a:cs typeface="Consolas" panose="020B0609020204030204" pitchFamily="49" charset="0"/>
              </a:rPr>
              <a:t>[</a:t>
            </a:r>
            <a:r>
              <a:rPr lang="ko-KR" altLang="en-US" sz="1400" dirty="0">
                <a:latin typeface="D2Coding" panose="020B0609020101020101" pitchFamily="49" charset="-127"/>
                <a:ea typeface="D2Coding" panose="020B0609020101020101" pitchFamily="49" charset="-127"/>
                <a:cs typeface="Consolas" panose="020B0609020204030204" pitchFamily="49" charset="0"/>
              </a:rPr>
              <a:t>예제 </a:t>
            </a:r>
            <a:r>
              <a:rPr lang="en-US" altLang="ko-KR" sz="1400" dirty="0">
                <a:latin typeface="D2Coding" panose="020B0609020101020101" pitchFamily="49" charset="-127"/>
                <a:ea typeface="D2Coding" panose="020B0609020101020101" pitchFamily="49" charset="-127"/>
                <a:cs typeface="Consolas" panose="020B0609020204030204" pitchFamily="49" charset="0"/>
              </a:rPr>
              <a:t>7-4] </a:t>
            </a:r>
            <a:r>
              <a:rPr lang="ko-KR" altLang="en-US" sz="1400" dirty="0">
                <a:latin typeface="D2Coding" panose="020B0609020101020101" pitchFamily="49" charset="-127"/>
                <a:ea typeface="D2Coding" panose="020B0609020101020101" pitchFamily="49" charset="-127"/>
                <a:cs typeface="Consolas" panose="020B0609020204030204" pitchFamily="49" charset="0"/>
              </a:rPr>
              <a:t>웹하드를 위한 테이블 생성 </a:t>
            </a:r>
            <a:r>
              <a:rPr lang="en-US" altLang="ko-KR" sz="1400" dirty="0">
                <a:latin typeface="D2Coding" panose="020B0609020101020101" pitchFamily="49" charset="-127"/>
                <a:ea typeface="D2Coding" panose="020B0609020101020101" pitchFamily="49" charset="-127"/>
                <a:cs typeface="Consolas" panose="020B0609020204030204" pitchFamily="49" charset="0"/>
              </a:rPr>
              <a:t>(</a:t>
            </a:r>
            <a:r>
              <a:rPr lang="en-US" altLang="ko-KR" sz="1400" dirty="0" err="1">
                <a:latin typeface="D2Coding" panose="020B0609020101020101" pitchFamily="49" charset="-127"/>
                <a:ea typeface="D2Coding" panose="020B0609020101020101" pitchFamily="49" charset="-127"/>
                <a:cs typeface="Consolas" panose="020B0609020204030204" pitchFamily="49" charset="0"/>
              </a:rPr>
              <a:t>webhard.sql</a:t>
            </a:r>
            <a:r>
              <a:rPr lang="en-US" altLang="ko-KR" sz="1400" dirty="0">
                <a:latin typeface="D2Coding" panose="020B0609020101020101" pitchFamily="49" charset="-127"/>
                <a:ea typeface="D2Coding" panose="020B0609020101020101" pitchFamily="49" charset="-127"/>
                <a:cs typeface="Consolas" panose="020B0609020204030204" pitchFamily="49" charset="0"/>
              </a:rPr>
              <a:t>)</a:t>
            </a:r>
          </a:p>
          <a:p>
            <a:pPr fontAlgn="base">
              <a:lnSpc>
                <a:spcPct val="120000"/>
              </a:lnSpc>
            </a:pPr>
            <a:r>
              <a:rPr lang="en-US" altLang="ko-KR" sz="1400" dirty="0">
                <a:latin typeface="D2Coding" panose="020B0609020101020101" pitchFamily="49" charset="-127"/>
                <a:ea typeface="D2Coding" panose="020B0609020101020101" pitchFamily="49" charset="-127"/>
                <a:cs typeface="Consolas" panose="020B0609020204030204" pitchFamily="49" charset="0"/>
              </a:rPr>
              <a:t>  1: create table </a:t>
            </a:r>
            <a:r>
              <a:rPr lang="en-US" altLang="ko-KR" sz="1400" dirty="0" err="1">
                <a:latin typeface="D2Coding" panose="020B0609020101020101" pitchFamily="49" charset="-127"/>
                <a:ea typeface="D2Coding" panose="020B0609020101020101" pitchFamily="49" charset="-127"/>
                <a:cs typeface="Consolas" panose="020B0609020204030204" pitchFamily="49" charset="0"/>
              </a:rPr>
              <a:t>webhard</a:t>
            </a:r>
            <a:r>
              <a:rPr lang="en-US" altLang="ko-KR" sz="1400" dirty="0">
                <a:latin typeface="D2Coding" panose="020B0609020101020101" pitchFamily="49" charset="-127"/>
                <a:ea typeface="D2Coding" panose="020B0609020101020101" pitchFamily="49" charset="-127"/>
                <a:cs typeface="Consolas" panose="020B0609020204030204" pitchFamily="49" charset="0"/>
              </a:rPr>
              <a:t> (</a:t>
            </a:r>
          </a:p>
          <a:p>
            <a:pPr fontAlgn="base">
              <a:lnSpc>
                <a:spcPct val="120000"/>
              </a:lnSpc>
            </a:pPr>
            <a:r>
              <a:rPr lang="en-US" altLang="ko-KR" sz="1400" dirty="0">
                <a:latin typeface="D2Coding" panose="020B0609020101020101" pitchFamily="49" charset="-127"/>
                <a:ea typeface="D2Coding" panose="020B0609020101020101" pitchFamily="49" charset="-127"/>
                <a:cs typeface="Consolas" panose="020B0609020204030204" pitchFamily="49" charset="0"/>
              </a:rPr>
              <a:t>  2:     </a:t>
            </a:r>
            <a:r>
              <a:rPr lang="en-US" altLang="ko-KR" sz="1400" dirty="0" err="1">
                <a:latin typeface="D2Coding" panose="020B0609020101020101" pitchFamily="49" charset="-127"/>
                <a:ea typeface="D2Coding" panose="020B0609020101020101" pitchFamily="49" charset="-127"/>
                <a:cs typeface="Consolas" panose="020B0609020204030204" pitchFamily="49" charset="0"/>
              </a:rPr>
              <a:t>num</a:t>
            </a:r>
            <a:r>
              <a:rPr lang="en-US" altLang="ko-KR" sz="1400" dirty="0">
                <a:latin typeface="D2Coding" panose="020B0609020101020101" pitchFamily="49" charset="-127"/>
                <a:ea typeface="D2Coding" panose="020B0609020101020101" pitchFamily="49" charset="-127"/>
                <a:cs typeface="Consolas" panose="020B0609020204030204" pitchFamily="49" charset="0"/>
              </a:rPr>
              <a:t>   </a:t>
            </a:r>
            <a:r>
              <a:rPr lang="en-US" altLang="ko-KR" sz="1400" dirty="0" err="1">
                <a:latin typeface="D2Coding" panose="020B0609020101020101" pitchFamily="49" charset="-127"/>
                <a:ea typeface="D2Coding" panose="020B0609020101020101" pitchFamily="49" charset="-127"/>
                <a:cs typeface="Consolas" panose="020B0609020204030204" pitchFamily="49" charset="0"/>
              </a:rPr>
              <a:t>int</a:t>
            </a:r>
            <a:r>
              <a:rPr lang="en-US" altLang="ko-KR" sz="1400" dirty="0">
                <a:latin typeface="D2Coding" panose="020B0609020101020101" pitchFamily="49" charset="-127"/>
                <a:ea typeface="D2Coding" panose="020B0609020101020101" pitchFamily="49" charset="-127"/>
                <a:cs typeface="Consolas" panose="020B0609020204030204" pitchFamily="49" charset="0"/>
              </a:rPr>
              <a:t>          </a:t>
            </a:r>
            <a:r>
              <a:rPr lang="en-US" altLang="ko-KR" sz="1400" dirty="0" err="1">
                <a:latin typeface="D2Coding" panose="020B0609020101020101" pitchFamily="49" charset="-127"/>
                <a:ea typeface="D2Coding" panose="020B0609020101020101" pitchFamily="49" charset="-127"/>
                <a:cs typeface="Consolas" panose="020B0609020204030204" pitchFamily="49" charset="0"/>
              </a:rPr>
              <a:t>auto_increment</a:t>
            </a:r>
            <a:r>
              <a:rPr lang="en-US" altLang="ko-KR" sz="1400" dirty="0">
                <a:latin typeface="D2Coding" panose="020B0609020101020101" pitchFamily="49" charset="-127"/>
                <a:ea typeface="D2Coding" panose="020B0609020101020101" pitchFamily="49" charset="-127"/>
                <a:cs typeface="Consolas" panose="020B0609020204030204" pitchFamily="49" charset="0"/>
              </a:rPr>
              <a:t> primary key,</a:t>
            </a:r>
          </a:p>
          <a:p>
            <a:pPr fontAlgn="base">
              <a:lnSpc>
                <a:spcPct val="120000"/>
              </a:lnSpc>
            </a:pPr>
            <a:r>
              <a:rPr lang="en-US" altLang="ko-KR" sz="1400" dirty="0">
                <a:latin typeface="D2Coding" panose="020B0609020101020101" pitchFamily="49" charset="-127"/>
                <a:ea typeface="D2Coding" panose="020B0609020101020101" pitchFamily="49" charset="-127"/>
                <a:cs typeface="Consolas" panose="020B0609020204030204" pitchFamily="49" charset="0"/>
              </a:rPr>
              <a:t>  3:     </a:t>
            </a:r>
            <a:r>
              <a:rPr lang="en-US" altLang="ko-KR" sz="1400" dirty="0" err="1">
                <a:latin typeface="D2Coding" panose="020B0609020101020101" pitchFamily="49" charset="-127"/>
                <a:ea typeface="D2Coding" panose="020B0609020101020101" pitchFamily="49" charset="-127"/>
                <a:cs typeface="Consolas" panose="020B0609020204030204" pitchFamily="49" charset="0"/>
              </a:rPr>
              <a:t>fname</a:t>
            </a:r>
            <a:r>
              <a:rPr lang="en-US" altLang="ko-KR" sz="1400" dirty="0">
                <a:latin typeface="D2Coding" panose="020B0609020101020101" pitchFamily="49" charset="-127"/>
                <a:ea typeface="D2Coding" panose="020B0609020101020101" pitchFamily="49" charset="-127"/>
                <a:cs typeface="Consolas" panose="020B0609020204030204" pitchFamily="49" charset="0"/>
              </a:rPr>
              <a:t> varchar(80), </a:t>
            </a:r>
          </a:p>
          <a:p>
            <a:pPr fontAlgn="base">
              <a:lnSpc>
                <a:spcPct val="120000"/>
              </a:lnSpc>
            </a:pPr>
            <a:r>
              <a:rPr lang="en-US" altLang="ko-KR" sz="1400" dirty="0">
                <a:latin typeface="D2Coding" panose="020B0609020101020101" pitchFamily="49" charset="-127"/>
                <a:ea typeface="D2Coding" panose="020B0609020101020101" pitchFamily="49" charset="-127"/>
                <a:cs typeface="Consolas" panose="020B0609020204030204" pitchFamily="49" charset="0"/>
              </a:rPr>
              <a:t>  4:     </a:t>
            </a:r>
            <a:r>
              <a:rPr lang="en-US" altLang="ko-KR" sz="1400" dirty="0" err="1">
                <a:latin typeface="D2Coding" panose="020B0609020101020101" pitchFamily="49" charset="-127"/>
                <a:ea typeface="D2Coding" panose="020B0609020101020101" pitchFamily="49" charset="-127"/>
                <a:cs typeface="Consolas" panose="020B0609020204030204" pitchFamily="49" charset="0"/>
              </a:rPr>
              <a:t>ftime</a:t>
            </a:r>
            <a:r>
              <a:rPr lang="en-US" altLang="ko-KR" sz="1400" dirty="0">
                <a:latin typeface="D2Coding" panose="020B0609020101020101" pitchFamily="49" charset="-127"/>
                <a:ea typeface="D2Coding" panose="020B0609020101020101" pitchFamily="49" charset="-127"/>
                <a:cs typeface="Consolas" panose="020B0609020204030204" pitchFamily="49" charset="0"/>
              </a:rPr>
              <a:t> varchar(20),</a:t>
            </a:r>
          </a:p>
          <a:p>
            <a:pPr fontAlgn="base">
              <a:lnSpc>
                <a:spcPct val="120000"/>
              </a:lnSpc>
            </a:pPr>
            <a:r>
              <a:rPr lang="en-US" altLang="ko-KR" sz="1400" dirty="0">
                <a:latin typeface="D2Coding" panose="020B0609020101020101" pitchFamily="49" charset="-127"/>
                <a:ea typeface="D2Coding" panose="020B0609020101020101" pitchFamily="49" charset="-127"/>
                <a:cs typeface="Consolas" panose="020B0609020204030204" pitchFamily="49" charset="0"/>
              </a:rPr>
              <a:t>  5:     </a:t>
            </a:r>
            <a:r>
              <a:rPr lang="en-US" altLang="ko-KR" sz="1400" dirty="0" err="1">
                <a:latin typeface="D2Coding" panose="020B0609020101020101" pitchFamily="49" charset="-127"/>
                <a:ea typeface="D2Coding" panose="020B0609020101020101" pitchFamily="49" charset="-127"/>
                <a:cs typeface="Consolas" panose="020B0609020204030204" pitchFamily="49" charset="0"/>
              </a:rPr>
              <a:t>fsize</a:t>
            </a:r>
            <a:r>
              <a:rPr lang="en-US" altLang="ko-KR" sz="1400" dirty="0">
                <a:latin typeface="D2Coding" panose="020B0609020101020101" pitchFamily="49" charset="-127"/>
                <a:ea typeface="D2Coding" panose="020B0609020101020101" pitchFamily="49" charset="-127"/>
                <a:cs typeface="Consolas" panose="020B0609020204030204" pitchFamily="49" charset="0"/>
              </a:rPr>
              <a:t> </a:t>
            </a:r>
            <a:r>
              <a:rPr lang="en-US" altLang="ko-KR" sz="1400" dirty="0" err="1">
                <a:latin typeface="D2Coding" panose="020B0609020101020101" pitchFamily="49" charset="-127"/>
                <a:ea typeface="D2Coding" panose="020B0609020101020101" pitchFamily="49" charset="-127"/>
                <a:cs typeface="Consolas" panose="020B0609020204030204" pitchFamily="49" charset="0"/>
              </a:rPr>
              <a:t>int</a:t>
            </a:r>
            <a:endParaRPr lang="en-US" altLang="ko-KR" sz="1400" dirty="0">
              <a:latin typeface="D2Coding" panose="020B0609020101020101" pitchFamily="49" charset="-127"/>
              <a:ea typeface="D2Coding" panose="020B0609020101020101" pitchFamily="49" charset="-127"/>
              <a:cs typeface="Consolas" panose="020B0609020204030204" pitchFamily="49" charset="0"/>
            </a:endParaRPr>
          </a:p>
          <a:p>
            <a:pPr fontAlgn="base">
              <a:lnSpc>
                <a:spcPct val="120000"/>
              </a:lnSpc>
            </a:pPr>
            <a:r>
              <a:rPr lang="en-US" altLang="ko-KR" sz="1400" dirty="0">
                <a:latin typeface="D2Coding" panose="020B0609020101020101" pitchFamily="49" charset="-127"/>
                <a:ea typeface="D2Coding" panose="020B0609020101020101" pitchFamily="49" charset="-127"/>
                <a:cs typeface="Consolas" panose="020B0609020204030204" pitchFamily="49" charset="0"/>
              </a:rPr>
              <a:t>  6: ); </a:t>
            </a:r>
          </a:p>
        </p:txBody>
      </p:sp>
      <p:cxnSp>
        <p:nvCxnSpPr>
          <p:cNvPr id="7" name="직선 연결선 6">
            <a:extLst>
              <a:ext uri="{FF2B5EF4-FFF2-40B4-BE49-F238E27FC236}">
                <a16:creationId xmlns:a16="http://schemas.microsoft.com/office/drawing/2014/main" id="{B091E7CA-30E3-F7B9-A860-6843F61C2709}"/>
              </a:ext>
            </a:extLst>
          </p:cNvPr>
          <p:cNvCxnSpPr>
            <a:cxnSpLocks/>
          </p:cNvCxnSpPr>
          <p:nvPr/>
        </p:nvCxnSpPr>
        <p:spPr>
          <a:xfrm>
            <a:off x="0" y="368660"/>
            <a:ext cx="9144000" cy="6300700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8" name="직선 연결선 7">
            <a:extLst>
              <a:ext uri="{FF2B5EF4-FFF2-40B4-BE49-F238E27FC236}">
                <a16:creationId xmlns:a16="http://schemas.microsoft.com/office/drawing/2014/main" id="{83E4B929-C130-4931-4467-77F44BF16018}"/>
              </a:ext>
            </a:extLst>
          </p:cNvPr>
          <p:cNvCxnSpPr>
            <a:cxnSpLocks/>
          </p:cNvCxnSpPr>
          <p:nvPr/>
        </p:nvCxnSpPr>
        <p:spPr>
          <a:xfrm flipH="1">
            <a:off x="0" y="332656"/>
            <a:ext cx="9144000" cy="6336704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152503556"/>
      </p:ext>
    </p:extLst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fontAlgn="base"/>
            <a:r>
              <a:rPr lang="en-US" altLang="ko-KR" dirty="0"/>
              <a:t>7.2 </a:t>
            </a:r>
            <a:r>
              <a:rPr lang="ko-KR" altLang="en-US" dirty="0"/>
              <a:t>웹 하드 프로그램을 위한 테이블 생성과 메인 페이지</a:t>
            </a:r>
          </a:p>
        </p:txBody>
      </p:sp>
      <p:sp>
        <p:nvSpPr>
          <p:cNvPr id="3" name="내용 개체 틀 2">
            <a:extLst>
              <a:ext uri="{FF2B5EF4-FFF2-40B4-BE49-F238E27FC236}">
                <a16:creationId xmlns:a16="http://schemas.microsoft.com/office/drawing/2014/main" id="{2A3C90CA-9C7E-43D6-B0C9-BA7C921FBAA6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457200" y="908720"/>
            <a:ext cx="8229600" cy="5040560"/>
          </a:xfrm>
        </p:spPr>
        <p:txBody>
          <a:bodyPr>
            <a:normAutofit/>
          </a:bodyPr>
          <a:lstStyle/>
          <a:p>
            <a:r>
              <a:rPr lang="ko-KR" altLang="en-US" dirty="0"/>
              <a:t>웹 하드 메인 페이지 템플릿</a:t>
            </a:r>
            <a:r>
              <a:rPr lang="en-US" altLang="ko-KR" dirty="0"/>
              <a:t>(</a:t>
            </a:r>
            <a:r>
              <a:rPr lang="en-US" altLang="ko-KR" dirty="0" err="1"/>
              <a:t>webhard.jsp</a:t>
            </a:r>
            <a:r>
              <a:rPr lang="en-US" altLang="ko-KR" dirty="0"/>
              <a:t>)</a:t>
            </a:r>
          </a:p>
          <a:p>
            <a:pPr lvl="1"/>
            <a:r>
              <a:rPr lang="en-US" altLang="ko-KR" dirty="0"/>
              <a:t>HTML</a:t>
            </a:r>
            <a:r>
              <a:rPr lang="ko-KR" altLang="en-US" dirty="0"/>
              <a:t>로만 작성된 템플릿에 코드를 추가하며 실습 진행 </a:t>
            </a:r>
            <a:r>
              <a:rPr lang="en-US" altLang="ko-KR" dirty="0"/>
              <a:t>: </a:t>
            </a:r>
            <a:r>
              <a:rPr lang="ko-KR" altLang="en-US" dirty="0"/>
              <a:t>아래</a:t>
            </a:r>
            <a:r>
              <a:rPr lang="en-US" altLang="ko-KR" dirty="0"/>
              <a:t> </a:t>
            </a:r>
            <a:r>
              <a:rPr lang="ko-KR" altLang="en-US"/>
              <a:t>코드 복사하여 시작</a:t>
            </a:r>
            <a:endParaRPr lang="en-US" altLang="ko-KR" dirty="0"/>
          </a:p>
          <a:p>
            <a:endParaRPr lang="ko-KR" altLang="en-US" dirty="0"/>
          </a:p>
        </p:txBody>
      </p:sp>
      <p:sp>
        <p:nvSpPr>
          <p:cNvPr id="4" name="슬라이드 번호 개체 틀 3"/>
          <p:cNvSpPr>
            <a:spLocks noGrp="1"/>
          </p:cNvSpPr>
          <p:nvPr>
            <p:ph type="sldNum" sz="quarter" idx="4"/>
          </p:nvPr>
        </p:nvSpPr>
        <p:spPr/>
        <p:txBody>
          <a:bodyPr/>
          <a:lstStyle/>
          <a:p>
            <a:fld id="{5AA8C37D-6ADA-49EE-B609-6DB056DA936F}" type="slidenum">
              <a:rPr lang="ko-KR" altLang="en-US" smtClean="0"/>
              <a:pPr/>
              <a:t>18</a:t>
            </a:fld>
            <a:endParaRPr lang="ko-KR" altLang="en-US" dirty="0"/>
          </a:p>
        </p:txBody>
      </p:sp>
      <p:sp>
        <p:nvSpPr>
          <p:cNvPr id="5" name="직사각형 4">
            <a:extLst>
              <a:ext uri="{FF2B5EF4-FFF2-40B4-BE49-F238E27FC236}">
                <a16:creationId xmlns:a16="http://schemas.microsoft.com/office/drawing/2014/main" id="{A543F91A-4A44-48D6-91A7-2A0EAF615EDA}"/>
              </a:ext>
            </a:extLst>
          </p:cNvPr>
          <p:cNvSpPr/>
          <p:nvPr/>
        </p:nvSpPr>
        <p:spPr>
          <a:xfrm>
            <a:off x="905086" y="1988840"/>
            <a:ext cx="7333828" cy="4610621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fontAlgn="base">
              <a:lnSpc>
                <a:spcPct val="120000"/>
              </a:lnSpc>
            </a:pPr>
            <a:r>
              <a:rPr lang="en-US" altLang="ko-KR" sz="500" dirty="0">
                <a:latin typeface="D2Coding" panose="020B0609020101020101" pitchFamily="49" charset="-127"/>
                <a:ea typeface="D2Coding" panose="020B0609020101020101" pitchFamily="49" charset="-127"/>
                <a:cs typeface="Consolas" panose="020B0609020204030204" pitchFamily="49" charset="0"/>
              </a:rPr>
              <a:t>&lt;%@ page language="java" </a:t>
            </a:r>
            <a:r>
              <a:rPr lang="en-US" altLang="ko-KR" sz="500" dirty="0" err="1">
                <a:latin typeface="D2Coding" panose="020B0609020101020101" pitchFamily="49" charset="-127"/>
                <a:ea typeface="D2Coding" panose="020B0609020101020101" pitchFamily="49" charset="-127"/>
                <a:cs typeface="Consolas" panose="020B0609020204030204" pitchFamily="49" charset="0"/>
              </a:rPr>
              <a:t>contentType</a:t>
            </a:r>
            <a:r>
              <a:rPr lang="en-US" altLang="ko-KR" sz="500" dirty="0">
                <a:latin typeface="D2Coding" panose="020B0609020101020101" pitchFamily="49" charset="-127"/>
                <a:ea typeface="D2Coding" panose="020B0609020101020101" pitchFamily="49" charset="-127"/>
                <a:cs typeface="Consolas" panose="020B0609020204030204" pitchFamily="49" charset="0"/>
              </a:rPr>
              <a:t>="text/html; charset=UTF-8"</a:t>
            </a:r>
          </a:p>
          <a:p>
            <a:pPr fontAlgn="base">
              <a:lnSpc>
                <a:spcPct val="120000"/>
              </a:lnSpc>
            </a:pPr>
            <a:r>
              <a:rPr lang="en-US" altLang="ko-KR" sz="500" dirty="0">
                <a:latin typeface="D2Coding" panose="020B0609020101020101" pitchFamily="49" charset="-127"/>
                <a:ea typeface="D2Coding" panose="020B0609020101020101" pitchFamily="49" charset="-127"/>
                <a:cs typeface="Consolas" panose="020B0609020204030204" pitchFamily="49" charset="0"/>
              </a:rPr>
              <a:t>    </a:t>
            </a:r>
            <a:r>
              <a:rPr lang="en-US" altLang="ko-KR" sz="500" dirty="0" err="1">
                <a:latin typeface="D2Coding" panose="020B0609020101020101" pitchFamily="49" charset="-127"/>
                <a:ea typeface="D2Coding" panose="020B0609020101020101" pitchFamily="49" charset="-127"/>
                <a:cs typeface="Consolas" panose="020B0609020204030204" pitchFamily="49" charset="0"/>
              </a:rPr>
              <a:t>pageEncoding</a:t>
            </a:r>
            <a:r>
              <a:rPr lang="en-US" altLang="ko-KR" sz="500" dirty="0">
                <a:latin typeface="D2Coding" panose="020B0609020101020101" pitchFamily="49" charset="-127"/>
                <a:ea typeface="D2Coding" panose="020B0609020101020101" pitchFamily="49" charset="-127"/>
                <a:cs typeface="Consolas" panose="020B0609020204030204" pitchFamily="49" charset="0"/>
              </a:rPr>
              <a:t>="UTF-8"%&gt;</a:t>
            </a:r>
          </a:p>
          <a:p>
            <a:pPr fontAlgn="base">
              <a:lnSpc>
                <a:spcPct val="120000"/>
              </a:lnSpc>
            </a:pPr>
            <a:r>
              <a:rPr lang="en-US" altLang="ko-KR" sz="500" dirty="0">
                <a:latin typeface="D2Coding" panose="020B0609020101020101" pitchFamily="49" charset="-127"/>
                <a:ea typeface="D2Coding" panose="020B0609020101020101" pitchFamily="49" charset="-127"/>
                <a:cs typeface="Consolas" panose="020B0609020204030204" pitchFamily="49" charset="0"/>
              </a:rPr>
              <a:t>    </a:t>
            </a:r>
          </a:p>
          <a:p>
            <a:pPr fontAlgn="base">
              <a:lnSpc>
                <a:spcPct val="120000"/>
              </a:lnSpc>
            </a:pPr>
            <a:r>
              <a:rPr lang="en-US" altLang="ko-KR" sz="500" dirty="0">
                <a:latin typeface="D2Coding" panose="020B0609020101020101" pitchFamily="49" charset="-127"/>
                <a:ea typeface="D2Coding" panose="020B0609020101020101" pitchFamily="49" charset="-127"/>
                <a:cs typeface="Consolas" panose="020B0609020204030204" pitchFamily="49" charset="0"/>
              </a:rPr>
              <a:t>&lt;!DOCTYPE html&gt;</a:t>
            </a:r>
          </a:p>
          <a:p>
            <a:pPr fontAlgn="base">
              <a:lnSpc>
                <a:spcPct val="120000"/>
              </a:lnSpc>
            </a:pPr>
            <a:r>
              <a:rPr lang="en-US" altLang="ko-KR" sz="500" dirty="0">
                <a:latin typeface="D2Coding" panose="020B0609020101020101" pitchFamily="49" charset="-127"/>
                <a:ea typeface="D2Coding" panose="020B0609020101020101" pitchFamily="49" charset="-127"/>
                <a:cs typeface="Consolas" panose="020B0609020204030204" pitchFamily="49" charset="0"/>
              </a:rPr>
              <a:t>&lt;html&gt;</a:t>
            </a:r>
          </a:p>
          <a:p>
            <a:pPr fontAlgn="base">
              <a:lnSpc>
                <a:spcPct val="120000"/>
              </a:lnSpc>
            </a:pPr>
            <a:r>
              <a:rPr lang="en-US" altLang="ko-KR" sz="500" dirty="0">
                <a:latin typeface="D2Coding" panose="020B0609020101020101" pitchFamily="49" charset="-127"/>
                <a:ea typeface="D2Coding" panose="020B0609020101020101" pitchFamily="49" charset="-127"/>
                <a:cs typeface="Consolas" panose="020B0609020204030204" pitchFamily="49" charset="0"/>
              </a:rPr>
              <a:t>&lt;head&gt;</a:t>
            </a:r>
          </a:p>
          <a:p>
            <a:pPr fontAlgn="base">
              <a:lnSpc>
                <a:spcPct val="120000"/>
              </a:lnSpc>
            </a:pPr>
            <a:r>
              <a:rPr lang="en-US" altLang="ko-KR" sz="500" dirty="0">
                <a:latin typeface="D2Coding" panose="020B0609020101020101" pitchFamily="49" charset="-127"/>
                <a:ea typeface="D2Coding" panose="020B0609020101020101" pitchFamily="49" charset="-127"/>
                <a:cs typeface="Consolas" panose="020B0609020204030204" pitchFamily="49" charset="0"/>
              </a:rPr>
              <a:t>    &lt;meta charset="UTF-8"&gt;</a:t>
            </a:r>
          </a:p>
          <a:p>
            <a:pPr fontAlgn="base">
              <a:lnSpc>
                <a:spcPct val="120000"/>
              </a:lnSpc>
            </a:pPr>
            <a:r>
              <a:rPr lang="en-US" altLang="ko-KR" sz="500" dirty="0">
                <a:latin typeface="D2Coding" panose="020B0609020101020101" pitchFamily="49" charset="-127"/>
                <a:ea typeface="D2Coding" panose="020B0609020101020101" pitchFamily="49" charset="-127"/>
                <a:cs typeface="Consolas" panose="020B0609020204030204" pitchFamily="49" charset="0"/>
              </a:rPr>
              <a:t>    &lt;style&gt;</a:t>
            </a:r>
          </a:p>
          <a:p>
            <a:pPr fontAlgn="base">
              <a:lnSpc>
                <a:spcPct val="120000"/>
              </a:lnSpc>
            </a:pPr>
            <a:r>
              <a:rPr lang="en-US" altLang="ko-KR" sz="500" dirty="0">
                <a:latin typeface="D2Coding" panose="020B0609020101020101" pitchFamily="49" charset="-127"/>
                <a:ea typeface="D2Coding" panose="020B0609020101020101" pitchFamily="49" charset="-127"/>
                <a:cs typeface="Consolas" panose="020B0609020204030204" pitchFamily="49" charset="0"/>
              </a:rPr>
              <a:t>        table  { width: 700px; text-align: center; }</a:t>
            </a:r>
          </a:p>
          <a:p>
            <a:pPr fontAlgn="base">
              <a:lnSpc>
                <a:spcPct val="120000"/>
              </a:lnSpc>
            </a:pPr>
            <a:r>
              <a:rPr lang="en-US" altLang="ko-KR" sz="500" dirty="0">
                <a:latin typeface="D2Coding" panose="020B0609020101020101" pitchFamily="49" charset="-127"/>
                <a:ea typeface="D2Coding" panose="020B0609020101020101" pitchFamily="49" charset="-127"/>
                <a:cs typeface="Consolas" panose="020B0609020204030204" pitchFamily="49" charset="0"/>
              </a:rPr>
              <a:t>        </a:t>
            </a:r>
            <a:r>
              <a:rPr lang="en-US" altLang="ko-KR" sz="500" dirty="0" err="1">
                <a:latin typeface="D2Coding" panose="020B0609020101020101" pitchFamily="49" charset="-127"/>
                <a:ea typeface="D2Coding" panose="020B0609020101020101" pitchFamily="49" charset="-127"/>
                <a:cs typeface="Consolas" panose="020B0609020204030204" pitchFamily="49" charset="0"/>
              </a:rPr>
              <a:t>th</a:t>
            </a:r>
            <a:r>
              <a:rPr lang="en-US" altLang="ko-KR" sz="500" dirty="0">
                <a:latin typeface="D2Coding" panose="020B0609020101020101" pitchFamily="49" charset="-127"/>
                <a:ea typeface="D2Coding" panose="020B0609020101020101" pitchFamily="49" charset="-127"/>
                <a:cs typeface="Consolas" panose="020B0609020204030204" pitchFamily="49" charset="0"/>
              </a:rPr>
              <a:t>     { background-color: cyan; }</a:t>
            </a:r>
          </a:p>
          <a:p>
            <a:pPr fontAlgn="base">
              <a:lnSpc>
                <a:spcPct val="120000"/>
              </a:lnSpc>
            </a:pPr>
            <a:r>
              <a:rPr lang="en-US" altLang="ko-KR" sz="500" dirty="0">
                <a:latin typeface="D2Coding" panose="020B0609020101020101" pitchFamily="49" charset="-127"/>
                <a:ea typeface="D2Coding" panose="020B0609020101020101" pitchFamily="49" charset="-127"/>
                <a:cs typeface="Consolas" panose="020B0609020204030204" pitchFamily="49" charset="0"/>
              </a:rPr>
              <a:t>        </a:t>
            </a:r>
          </a:p>
          <a:p>
            <a:pPr fontAlgn="base">
              <a:lnSpc>
                <a:spcPct val="120000"/>
              </a:lnSpc>
            </a:pPr>
            <a:r>
              <a:rPr lang="en-US" altLang="ko-KR" sz="500" dirty="0">
                <a:latin typeface="D2Coding" panose="020B0609020101020101" pitchFamily="49" charset="-127"/>
                <a:ea typeface="D2Coding" panose="020B0609020101020101" pitchFamily="49" charset="-127"/>
                <a:cs typeface="Consolas" panose="020B0609020204030204" pitchFamily="49" charset="0"/>
              </a:rPr>
              <a:t>        .left  { text-align: left;  }        </a:t>
            </a:r>
          </a:p>
          <a:p>
            <a:pPr fontAlgn="base">
              <a:lnSpc>
                <a:spcPct val="120000"/>
              </a:lnSpc>
            </a:pPr>
            <a:r>
              <a:rPr lang="en-US" altLang="ko-KR" sz="500" dirty="0">
                <a:latin typeface="D2Coding" panose="020B0609020101020101" pitchFamily="49" charset="-127"/>
                <a:ea typeface="D2Coding" panose="020B0609020101020101" pitchFamily="49" charset="-127"/>
                <a:cs typeface="Consolas" panose="020B0609020204030204" pitchFamily="49" charset="0"/>
              </a:rPr>
              <a:t>        .right { text-align: right; }</a:t>
            </a:r>
          </a:p>
          <a:p>
            <a:pPr fontAlgn="base">
              <a:lnSpc>
                <a:spcPct val="120000"/>
              </a:lnSpc>
            </a:pPr>
            <a:endParaRPr lang="en-US" altLang="ko-KR" sz="500" dirty="0">
              <a:latin typeface="D2Coding" panose="020B0609020101020101" pitchFamily="49" charset="-127"/>
              <a:ea typeface="D2Coding" panose="020B0609020101020101" pitchFamily="49" charset="-127"/>
              <a:cs typeface="Consolas" panose="020B0609020204030204" pitchFamily="49" charset="0"/>
            </a:endParaRPr>
          </a:p>
          <a:p>
            <a:pPr fontAlgn="base">
              <a:lnSpc>
                <a:spcPct val="120000"/>
              </a:lnSpc>
            </a:pPr>
            <a:r>
              <a:rPr lang="en-US" altLang="ko-KR" sz="500" dirty="0">
                <a:latin typeface="D2Coding" panose="020B0609020101020101" pitchFamily="49" charset="-127"/>
                <a:ea typeface="D2Coding" panose="020B0609020101020101" pitchFamily="49" charset="-127"/>
                <a:cs typeface="Consolas" panose="020B0609020204030204" pitchFamily="49" charset="0"/>
              </a:rPr>
              <a:t>        a       { text-decoration: none; color: blue; }</a:t>
            </a:r>
          </a:p>
          <a:p>
            <a:pPr fontAlgn="base">
              <a:lnSpc>
                <a:spcPct val="120000"/>
              </a:lnSpc>
            </a:pPr>
            <a:r>
              <a:rPr lang="en-US" altLang="ko-KR" sz="500" dirty="0">
                <a:latin typeface="D2Coding" panose="020B0609020101020101" pitchFamily="49" charset="-127"/>
                <a:ea typeface="D2Coding" panose="020B0609020101020101" pitchFamily="49" charset="-127"/>
                <a:cs typeface="Consolas" panose="020B0609020204030204" pitchFamily="49" charset="0"/>
              </a:rPr>
              <a:t>        a:hover { color: red;  }</a:t>
            </a:r>
          </a:p>
          <a:p>
            <a:pPr fontAlgn="base">
              <a:lnSpc>
                <a:spcPct val="120000"/>
              </a:lnSpc>
            </a:pPr>
            <a:r>
              <a:rPr lang="en-US" altLang="ko-KR" sz="500" dirty="0">
                <a:latin typeface="D2Coding" panose="020B0609020101020101" pitchFamily="49" charset="-127"/>
                <a:ea typeface="D2Coding" panose="020B0609020101020101" pitchFamily="49" charset="-127"/>
                <a:cs typeface="Consolas" panose="020B0609020204030204" pitchFamily="49" charset="0"/>
              </a:rPr>
              <a:t>    &lt;/style&gt;    </a:t>
            </a:r>
          </a:p>
          <a:p>
            <a:pPr fontAlgn="base">
              <a:lnSpc>
                <a:spcPct val="120000"/>
              </a:lnSpc>
            </a:pPr>
            <a:r>
              <a:rPr lang="en-US" altLang="ko-KR" sz="500" dirty="0">
                <a:latin typeface="D2Coding" panose="020B0609020101020101" pitchFamily="49" charset="-127"/>
                <a:ea typeface="D2Coding" panose="020B0609020101020101" pitchFamily="49" charset="-127"/>
                <a:cs typeface="Consolas" panose="020B0609020204030204" pitchFamily="49" charset="0"/>
              </a:rPr>
              <a:t>&lt;/head&gt;</a:t>
            </a:r>
          </a:p>
          <a:p>
            <a:pPr fontAlgn="base">
              <a:lnSpc>
                <a:spcPct val="120000"/>
              </a:lnSpc>
            </a:pPr>
            <a:r>
              <a:rPr lang="en-US" altLang="ko-KR" sz="500" dirty="0">
                <a:latin typeface="D2Coding" panose="020B0609020101020101" pitchFamily="49" charset="-127"/>
                <a:ea typeface="D2Coding" panose="020B0609020101020101" pitchFamily="49" charset="-127"/>
                <a:cs typeface="Consolas" panose="020B0609020204030204" pitchFamily="49" charset="0"/>
              </a:rPr>
              <a:t>&lt;body&gt;</a:t>
            </a:r>
          </a:p>
          <a:p>
            <a:pPr fontAlgn="base">
              <a:lnSpc>
                <a:spcPct val="120000"/>
              </a:lnSpc>
            </a:pPr>
            <a:endParaRPr lang="en-US" altLang="ko-KR" sz="500" dirty="0">
              <a:latin typeface="D2Coding" panose="020B0609020101020101" pitchFamily="49" charset="-127"/>
              <a:ea typeface="D2Coding" panose="020B0609020101020101" pitchFamily="49" charset="-127"/>
              <a:cs typeface="Consolas" panose="020B0609020204030204" pitchFamily="49" charset="0"/>
            </a:endParaRPr>
          </a:p>
          <a:p>
            <a:pPr fontAlgn="base">
              <a:lnSpc>
                <a:spcPct val="120000"/>
              </a:lnSpc>
            </a:pPr>
            <a:r>
              <a:rPr lang="en-US" altLang="ko-KR" sz="500" dirty="0">
                <a:latin typeface="D2Coding" panose="020B0609020101020101" pitchFamily="49" charset="-127"/>
                <a:ea typeface="D2Coding" panose="020B0609020101020101" pitchFamily="49" charset="-127"/>
                <a:cs typeface="Consolas" panose="020B0609020204030204" pitchFamily="49" charset="0"/>
              </a:rPr>
              <a:t>&lt;form action="</a:t>
            </a:r>
            <a:r>
              <a:rPr lang="en-US" altLang="ko-KR" sz="500" dirty="0" err="1">
                <a:latin typeface="D2Coding" panose="020B0609020101020101" pitchFamily="49" charset="-127"/>
                <a:ea typeface="D2Coding" panose="020B0609020101020101" pitchFamily="49" charset="-127"/>
                <a:cs typeface="Consolas" panose="020B0609020204030204" pitchFamily="49" charset="0"/>
              </a:rPr>
              <a:t>add_file.jsp</a:t>
            </a:r>
            <a:r>
              <a:rPr lang="en-US" altLang="ko-KR" sz="500" dirty="0">
                <a:latin typeface="D2Coding" panose="020B0609020101020101" pitchFamily="49" charset="-127"/>
                <a:ea typeface="D2Coding" panose="020B0609020101020101" pitchFamily="49" charset="-127"/>
                <a:cs typeface="Consolas" panose="020B0609020204030204" pitchFamily="49" charset="0"/>
              </a:rPr>
              <a:t>" </a:t>
            </a:r>
            <a:r>
              <a:rPr lang="en-US" altLang="ko-KR" sz="500" dirty="0" err="1">
                <a:latin typeface="D2Coding" panose="020B0609020101020101" pitchFamily="49" charset="-127"/>
                <a:ea typeface="D2Coding" panose="020B0609020101020101" pitchFamily="49" charset="-127"/>
                <a:cs typeface="Consolas" panose="020B0609020204030204" pitchFamily="49" charset="0"/>
              </a:rPr>
              <a:t>enctype</a:t>
            </a:r>
            <a:r>
              <a:rPr lang="en-US" altLang="ko-KR" sz="500" dirty="0">
                <a:latin typeface="D2Coding" panose="020B0609020101020101" pitchFamily="49" charset="-127"/>
                <a:ea typeface="D2Coding" panose="020B0609020101020101" pitchFamily="49" charset="-127"/>
                <a:cs typeface="Consolas" panose="020B0609020204030204" pitchFamily="49" charset="0"/>
              </a:rPr>
              <a:t>="multipart/form-data" method="post"&gt;</a:t>
            </a:r>
          </a:p>
          <a:p>
            <a:pPr fontAlgn="base">
              <a:lnSpc>
                <a:spcPct val="120000"/>
              </a:lnSpc>
            </a:pPr>
            <a:r>
              <a:rPr lang="en-US" altLang="ko-KR" sz="500" dirty="0">
                <a:latin typeface="D2Coding" panose="020B0609020101020101" pitchFamily="49" charset="-127"/>
                <a:ea typeface="D2Coding" panose="020B0609020101020101" pitchFamily="49" charset="-127"/>
                <a:cs typeface="Consolas" panose="020B0609020204030204" pitchFamily="49" charset="0"/>
              </a:rPr>
              <a:t>    </a:t>
            </a:r>
            <a:r>
              <a:rPr lang="ko-KR" altLang="en-US" sz="500" dirty="0">
                <a:latin typeface="D2Coding" panose="020B0609020101020101" pitchFamily="49" charset="-127"/>
                <a:ea typeface="D2Coding" panose="020B0609020101020101" pitchFamily="49" charset="-127"/>
                <a:cs typeface="Consolas" panose="020B0609020204030204" pitchFamily="49" charset="0"/>
              </a:rPr>
              <a:t>업로드할 파일을 선택하세요</a:t>
            </a:r>
            <a:r>
              <a:rPr lang="en-US" altLang="ko-KR" sz="500" dirty="0">
                <a:latin typeface="D2Coding" panose="020B0609020101020101" pitchFamily="49" charset="-127"/>
                <a:ea typeface="D2Coding" panose="020B0609020101020101" pitchFamily="49" charset="-127"/>
                <a:cs typeface="Consolas" panose="020B0609020204030204" pitchFamily="49" charset="0"/>
              </a:rPr>
              <a:t>.&lt;</a:t>
            </a:r>
            <a:r>
              <a:rPr lang="en-US" altLang="ko-KR" sz="500" dirty="0" err="1">
                <a:latin typeface="D2Coding" panose="020B0609020101020101" pitchFamily="49" charset="-127"/>
                <a:ea typeface="D2Coding" panose="020B0609020101020101" pitchFamily="49" charset="-127"/>
                <a:cs typeface="Consolas" panose="020B0609020204030204" pitchFamily="49" charset="0"/>
              </a:rPr>
              <a:t>br</a:t>
            </a:r>
            <a:r>
              <a:rPr lang="en-US" altLang="ko-KR" sz="500" dirty="0">
                <a:latin typeface="D2Coding" panose="020B0609020101020101" pitchFamily="49" charset="-127"/>
                <a:ea typeface="D2Coding" panose="020B0609020101020101" pitchFamily="49" charset="-127"/>
                <a:cs typeface="Consolas" panose="020B0609020204030204" pitchFamily="49" charset="0"/>
              </a:rPr>
              <a:t>&gt;</a:t>
            </a:r>
          </a:p>
          <a:p>
            <a:pPr fontAlgn="base">
              <a:lnSpc>
                <a:spcPct val="120000"/>
              </a:lnSpc>
            </a:pPr>
            <a:r>
              <a:rPr lang="en-US" altLang="ko-KR" sz="500" dirty="0">
                <a:latin typeface="D2Coding" panose="020B0609020101020101" pitchFamily="49" charset="-127"/>
                <a:ea typeface="D2Coding" panose="020B0609020101020101" pitchFamily="49" charset="-127"/>
                <a:cs typeface="Consolas" panose="020B0609020204030204" pitchFamily="49" charset="0"/>
              </a:rPr>
              <a:t>    &lt;input type="file" name="upload"&gt;&lt;</a:t>
            </a:r>
            <a:r>
              <a:rPr lang="en-US" altLang="ko-KR" sz="500" dirty="0" err="1">
                <a:latin typeface="D2Coding" panose="020B0609020101020101" pitchFamily="49" charset="-127"/>
                <a:ea typeface="D2Coding" panose="020B0609020101020101" pitchFamily="49" charset="-127"/>
                <a:cs typeface="Consolas" panose="020B0609020204030204" pitchFamily="49" charset="0"/>
              </a:rPr>
              <a:t>br</a:t>
            </a:r>
            <a:r>
              <a:rPr lang="en-US" altLang="ko-KR" sz="500" dirty="0">
                <a:latin typeface="D2Coding" panose="020B0609020101020101" pitchFamily="49" charset="-127"/>
                <a:ea typeface="D2Coding" panose="020B0609020101020101" pitchFamily="49" charset="-127"/>
                <a:cs typeface="Consolas" panose="020B0609020204030204" pitchFamily="49" charset="0"/>
              </a:rPr>
              <a:t>&gt;</a:t>
            </a:r>
          </a:p>
          <a:p>
            <a:pPr fontAlgn="base">
              <a:lnSpc>
                <a:spcPct val="120000"/>
              </a:lnSpc>
            </a:pPr>
            <a:r>
              <a:rPr lang="en-US" altLang="ko-KR" sz="500" dirty="0">
                <a:latin typeface="D2Coding" panose="020B0609020101020101" pitchFamily="49" charset="-127"/>
                <a:ea typeface="D2Coding" panose="020B0609020101020101" pitchFamily="49" charset="-127"/>
                <a:cs typeface="Consolas" panose="020B0609020204030204" pitchFamily="49" charset="0"/>
              </a:rPr>
              <a:t>    &lt;input type="submit" value="</a:t>
            </a:r>
            <a:r>
              <a:rPr lang="ko-KR" altLang="en-US" sz="500" dirty="0">
                <a:latin typeface="D2Coding" panose="020B0609020101020101" pitchFamily="49" charset="-127"/>
                <a:ea typeface="D2Coding" panose="020B0609020101020101" pitchFamily="49" charset="-127"/>
                <a:cs typeface="Consolas" panose="020B0609020204030204" pitchFamily="49" charset="0"/>
              </a:rPr>
              <a:t>업로드</a:t>
            </a:r>
            <a:r>
              <a:rPr lang="en-US" altLang="ko-KR" sz="500" dirty="0">
                <a:latin typeface="D2Coding" panose="020B0609020101020101" pitchFamily="49" charset="-127"/>
                <a:ea typeface="D2Coding" panose="020B0609020101020101" pitchFamily="49" charset="-127"/>
                <a:cs typeface="Consolas" panose="020B0609020204030204" pitchFamily="49" charset="0"/>
              </a:rPr>
              <a:t>"&gt;</a:t>
            </a:r>
          </a:p>
          <a:p>
            <a:pPr fontAlgn="base">
              <a:lnSpc>
                <a:spcPct val="120000"/>
              </a:lnSpc>
            </a:pPr>
            <a:r>
              <a:rPr lang="en-US" altLang="ko-KR" sz="500" dirty="0">
                <a:latin typeface="D2Coding" panose="020B0609020101020101" pitchFamily="49" charset="-127"/>
                <a:ea typeface="D2Coding" panose="020B0609020101020101" pitchFamily="49" charset="-127"/>
                <a:cs typeface="Consolas" panose="020B0609020204030204" pitchFamily="49" charset="0"/>
              </a:rPr>
              <a:t>&lt;/form&gt;</a:t>
            </a:r>
          </a:p>
          <a:p>
            <a:pPr fontAlgn="base">
              <a:lnSpc>
                <a:spcPct val="120000"/>
              </a:lnSpc>
            </a:pPr>
            <a:r>
              <a:rPr lang="en-US" altLang="ko-KR" sz="500" dirty="0">
                <a:latin typeface="D2Coding" panose="020B0609020101020101" pitchFamily="49" charset="-127"/>
                <a:ea typeface="D2Coding" panose="020B0609020101020101" pitchFamily="49" charset="-127"/>
                <a:cs typeface="Consolas" panose="020B0609020204030204" pitchFamily="49" charset="0"/>
              </a:rPr>
              <a:t>&lt;</a:t>
            </a:r>
            <a:r>
              <a:rPr lang="en-US" altLang="ko-KR" sz="500" dirty="0" err="1">
                <a:latin typeface="D2Coding" panose="020B0609020101020101" pitchFamily="49" charset="-127"/>
                <a:ea typeface="D2Coding" panose="020B0609020101020101" pitchFamily="49" charset="-127"/>
                <a:cs typeface="Consolas" panose="020B0609020204030204" pitchFamily="49" charset="0"/>
              </a:rPr>
              <a:t>br</a:t>
            </a:r>
            <a:r>
              <a:rPr lang="en-US" altLang="ko-KR" sz="500" dirty="0">
                <a:latin typeface="D2Coding" panose="020B0609020101020101" pitchFamily="49" charset="-127"/>
                <a:ea typeface="D2Coding" panose="020B0609020101020101" pitchFamily="49" charset="-127"/>
                <a:cs typeface="Consolas" panose="020B0609020204030204" pitchFamily="49" charset="0"/>
              </a:rPr>
              <a:t>&gt;</a:t>
            </a:r>
          </a:p>
          <a:p>
            <a:pPr fontAlgn="base">
              <a:lnSpc>
                <a:spcPct val="120000"/>
              </a:lnSpc>
            </a:pPr>
            <a:endParaRPr lang="en-US" altLang="ko-KR" sz="500" dirty="0">
              <a:latin typeface="D2Coding" panose="020B0609020101020101" pitchFamily="49" charset="-127"/>
              <a:ea typeface="D2Coding" panose="020B0609020101020101" pitchFamily="49" charset="-127"/>
              <a:cs typeface="Consolas" panose="020B0609020204030204" pitchFamily="49" charset="0"/>
            </a:endParaRPr>
          </a:p>
          <a:p>
            <a:pPr fontAlgn="base">
              <a:lnSpc>
                <a:spcPct val="120000"/>
              </a:lnSpc>
            </a:pPr>
            <a:r>
              <a:rPr lang="en-US" altLang="ko-KR" sz="500" dirty="0">
                <a:latin typeface="D2Coding" panose="020B0609020101020101" pitchFamily="49" charset="-127"/>
                <a:ea typeface="D2Coding" panose="020B0609020101020101" pitchFamily="49" charset="-127"/>
                <a:cs typeface="Consolas" panose="020B0609020204030204" pitchFamily="49" charset="0"/>
              </a:rPr>
              <a:t>&lt;table&gt;</a:t>
            </a:r>
          </a:p>
          <a:p>
            <a:pPr fontAlgn="base">
              <a:lnSpc>
                <a:spcPct val="120000"/>
              </a:lnSpc>
            </a:pPr>
            <a:r>
              <a:rPr lang="en-US" altLang="ko-KR" sz="500" dirty="0">
                <a:latin typeface="D2Coding" panose="020B0609020101020101" pitchFamily="49" charset="-127"/>
                <a:ea typeface="D2Coding" panose="020B0609020101020101" pitchFamily="49" charset="-127"/>
                <a:cs typeface="Consolas" panose="020B0609020204030204" pitchFamily="49" charset="0"/>
              </a:rPr>
              <a:t>    &lt;tr&gt;</a:t>
            </a:r>
          </a:p>
          <a:p>
            <a:pPr fontAlgn="base">
              <a:lnSpc>
                <a:spcPct val="120000"/>
              </a:lnSpc>
            </a:pPr>
            <a:r>
              <a:rPr lang="en-US" altLang="ko-KR" sz="500" dirty="0">
                <a:latin typeface="D2Coding" panose="020B0609020101020101" pitchFamily="49" charset="-127"/>
                <a:ea typeface="D2Coding" panose="020B0609020101020101" pitchFamily="49" charset="-127"/>
                <a:cs typeface="Consolas" panose="020B0609020204030204" pitchFamily="49" charset="0"/>
              </a:rPr>
              <a:t>        &lt;</a:t>
            </a:r>
            <a:r>
              <a:rPr lang="en-US" altLang="ko-KR" sz="500" dirty="0" err="1">
                <a:latin typeface="D2Coding" panose="020B0609020101020101" pitchFamily="49" charset="-127"/>
                <a:ea typeface="D2Coding" panose="020B0609020101020101" pitchFamily="49" charset="-127"/>
                <a:cs typeface="Consolas" panose="020B0609020204030204" pitchFamily="49" charset="0"/>
              </a:rPr>
              <a:t>th</a:t>
            </a:r>
            <a:r>
              <a:rPr lang="en-US" altLang="ko-KR" sz="500" dirty="0">
                <a:latin typeface="D2Coding" panose="020B0609020101020101" pitchFamily="49" charset="-127"/>
                <a:ea typeface="D2Coding" panose="020B0609020101020101" pitchFamily="49" charset="-127"/>
                <a:cs typeface="Consolas" panose="020B0609020204030204" pitchFamily="49" charset="0"/>
              </a:rPr>
              <a:t>&gt;</a:t>
            </a:r>
            <a:r>
              <a:rPr lang="ko-KR" altLang="en-US" sz="500" dirty="0">
                <a:latin typeface="D2Coding" panose="020B0609020101020101" pitchFamily="49" charset="-127"/>
                <a:ea typeface="D2Coding" panose="020B0609020101020101" pitchFamily="49" charset="-127"/>
                <a:cs typeface="Consolas" panose="020B0609020204030204" pitchFamily="49" charset="0"/>
              </a:rPr>
              <a:t>파일명</a:t>
            </a:r>
            <a:r>
              <a:rPr lang="en-US" altLang="ko-KR" sz="500" dirty="0">
                <a:latin typeface="D2Coding" panose="020B0609020101020101" pitchFamily="49" charset="-127"/>
                <a:ea typeface="D2Coding" panose="020B0609020101020101" pitchFamily="49" charset="-127"/>
                <a:cs typeface="Consolas" panose="020B0609020204030204" pitchFamily="49" charset="0"/>
              </a:rPr>
              <a:t>&lt;/</a:t>
            </a:r>
            <a:r>
              <a:rPr lang="en-US" altLang="ko-KR" sz="500" dirty="0" err="1">
                <a:latin typeface="D2Coding" panose="020B0609020101020101" pitchFamily="49" charset="-127"/>
                <a:ea typeface="D2Coding" panose="020B0609020101020101" pitchFamily="49" charset="-127"/>
                <a:cs typeface="Consolas" panose="020B0609020204030204" pitchFamily="49" charset="0"/>
              </a:rPr>
              <a:t>th</a:t>
            </a:r>
            <a:r>
              <a:rPr lang="en-US" altLang="ko-KR" sz="500" dirty="0">
                <a:latin typeface="D2Coding" panose="020B0609020101020101" pitchFamily="49" charset="-127"/>
                <a:ea typeface="D2Coding" panose="020B0609020101020101" pitchFamily="49" charset="-127"/>
                <a:cs typeface="Consolas" panose="020B0609020204030204" pitchFamily="49" charset="0"/>
              </a:rPr>
              <a:t>&gt;&lt;</a:t>
            </a:r>
            <a:r>
              <a:rPr lang="en-US" altLang="ko-KR" sz="500" dirty="0" err="1">
                <a:latin typeface="D2Coding" panose="020B0609020101020101" pitchFamily="49" charset="-127"/>
                <a:ea typeface="D2Coding" panose="020B0609020101020101" pitchFamily="49" charset="-127"/>
                <a:cs typeface="Consolas" panose="020B0609020204030204" pitchFamily="49" charset="0"/>
              </a:rPr>
              <a:t>th</a:t>
            </a:r>
            <a:r>
              <a:rPr lang="en-US" altLang="ko-KR" sz="500" dirty="0">
                <a:latin typeface="D2Coding" panose="020B0609020101020101" pitchFamily="49" charset="-127"/>
                <a:ea typeface="D2Coding" panose="020B0609020101020101" pitchFamily="49" charset="-127"/>
                <a:cs typeface="Consolas" panose="020B0609020204030204" pitchFamily="49" charset="0"/>
              </a:rPr>
              <a:t>&gt;</a:t>
            </a:r>
            <a:r>
              <a:rPr lang="ko-KR" altLang="en-US" sz="500" dirty="0">
                <a:latin typeface="D2Coding" panose="020B0609020101020101" pitchFamily="49" charset="-127"/>
                <a:ea typeface="D2Coding" panose="020B0609020101020101" pitchFamily="49" charset="-127"/>
                <a:cs typeface="Consolas" panose="020B0609020204030204" pitchFamily="49" charset="0"/>
              </a:rPr>
              <a:t>업로드 시간</a:t>
            </a:r>
            <a:r>
              <a:rPr lang="en-US" altLang="ko-KR" sz="500" dirty="0">
                <a:latin typeface="D2Coding" panose="020B0609020101020101" pitchFamily="49" charset="-127"/>
                <a:ea typeface="D2Coding" panose="020B0609020101020101" pitchFamily="49" charset="-127"/>
                <a:cs typeface="Consolas" panose="020B0609020204030204" pitchFamily="49" charset="0"/>
              </a:rPr>
              <a:t>&lt;/</a:t>
            </a:r>
            <a:r>
              <a:rPr lang="en-US" altLang="ko-KR" sz="500" dirty="0" err="1">
                <a:latin typeface="D2Coding" panose="020B0609020101020101" pitchFamily="49" charset="-127"/>
                <a:ea typeface="D2Coding" panose="020B0609020101020101" pitchFamily="49" charset="-127"/>
                <a:cs typeface="Consolas" panose="020B0609020204030204" pitchFamily="49" charset="0"/>
              </a:rPr>
              <a:t>th</a:t>
            </a:r>
            <a:r>
              <a:rPr lang="en-US" altLang="ko-KR" sz="500" dirty="0">
                <a:latin typeface="D2Coding" panose="020B0609020101020101" pitchFamily="49" charset="-127"/>
                <a:ea typeface="D2Coding" panose="020B0609020101020101" pitchFamily="49" charset="-127"/>
                <a:cs typeface="Consolas" panose="020B0609020204030204" pitchFamily="49" charset="0"/>
              </a:rPr>
              <a:t>&gt;&lt;</a:t>
            </a:r>
            <a:r>
              <a:rPr lang="en-US" altLang="ko-KR" sz="500" dirty="0" err="1">
                <a:latin typeface="D2Coding" panose="020B0609020101020101" pitchFamily="49" charset="-127"/>
                <a:ea typeface="D2Coding" panose="020B0609020101020101" pitchFamily="49" charset="-127"/>
                <a:cs typeface="Consolas" panose="020B0609020204030204" pitchFamily="49" charset="0"/>
              </a:rPr>
              <a:t>th</a:t>
            </a:r>
            <a:r>
              <a:rPr lang="en-US" altLang="ko-KR" sz="500" dirty="0">
                <a:latin typeface="D2Coding" panose="020B0609020101020101" pitchFamily="49" charset="-127"/>
                <a:ea typeface="D2Coding" panose="020B0609020101020101" pitchFamily="49" charset="-127"/>
                <a:cs typeface="Consolas" panose="020B0609020204030204" pitchFamily="49" charset="0"/>
              </a:rPr>
              <a:t>&gt;</a:t>
            </a:r>
            <a:r>
              <a:rPr lang="ko-KR" altLang="en-US" sz="500" dirty="0">
                <a:latin typeface="D2Coding" panose="020B0609020101020101" pitchFamily="49" charset="-127"/>
                <a:ea typeface="D2Coding" panose="020B0609020101020101" pitchFamily="49" charset="-127"/>
                <a:cs typeface="Consolas" panose="020B0609020204030204" pitchFamily="49" charset="0"/>
              </a:rPr>
              <a:t>크기</a:t>
            </a:r>
            <a:r>
              <a:rPr lang="en-US" altLang="ko-KR" sz="500" dirty="0">
                <a:latin typeface="D2Coding" panose="020B0609020101020101" pitchFamily="49" charset="-127"/>
                <a:ea typeface="D2Coding" panose="020B0609020101020101" pitchFamily="49" charset="-127"/>
                <a:cs typeface="Consolas" panose="020B0609020204030204" pitchFamily="49" charset="0"/>
              </a:rPr>
              <a:t>&lt;/</a:t>
            </a:r>
            <a:r>
              <a:rPr lang="en-US" altLang="ko-KR" sz="500" dirty="0" err="1">
                <a:latin typeface="D2Coding" panose="020B0609020101020101" pitchFamily="49" charset="-127"/>
                <a:ea typeface="D2Coding" panose="020B0609020101020101" pitchFamily="49" charset="-127"/>
                <a:cs typeface="Consolas" panose="020B0609020204030204" pitchFamily="49" charset="0"/>
              </a:rPr>
              <a:t>th</a:t>
            </a:r>
            <a:r>
              <a:rPr lang="en-US" altLang="ko-KR" sz="500" dirty="0">
                <a:latin typeface="D2Coding" panose="020B0609020101020101" pitchFamily="49" charset="-127"/>
                <a:ea typeface="D2Coding" panose="020B0609020101020101" pitchFamily="49" charset="-127"/>
                <a:cs typeface="Consolas" panose="020B0609020204030204" pitchFamily="49" charset="0"/>
              </a:rPr>
              <a:t>&gt;&lt;</a:t>
            </a:r>
            <a:r>
              <a:rPr lang="en-US" altLang="ko-KR" sz="500" dirty="0" err="1">
                <a:latin typeface="D2Coding" panose="020B0609020101020101" pitchFamily="49" charset="-127"/>
                <a:ea typeface="D2Coding" panose="020B0609020101020101" pitchFamily="49" charset="-127"/>
                <a:cs typeface="Consolas" panose="020B0609020204030204" pitchFamily="49" charset="0"/>
              </a:rPr>
              <a:t>th</a:t>
            </a:r>
            <a:r>
              <a:rPr lang="en-US" altLang="ko-KR" sz="500" dirty="0">
                <a:latin typeface="D2Coding" panose="020B0609020101020101" pitchFamily="49" charset="-127"/>
                <a:ea typeface="D2Coding" panose="020B0609020101020101" pitchFamily="49" charset="-127"/>
                <a:cs typeface="Consolas" panose="020B0609020204030204" pitchFamily="49" charset="0"/>
              </a:rPr>
              <a:t>&gt;</a:t>
            </a:r>
            <a:r>
              <a:rPr lang="ko-KR" altLang="en-US" sz="500" dirty="0">
                <a:latin typeface="D2Coding" panose="020B0609020101020101" pitchFamily="49" charset="-127"/>
                <a:ea typeface="D2Coding" panose="020B0609020101020101" pitchFamily="49" charset="-127"/>
                <a:cs typeface="Consolas" panose="020B0609020204030204" pitchFamily="49" charset="0"/>
              </a:rPr>
              <a:t>삭제</a:t>
            </a:r>
            <a:r>
              <a:rPr lang="en-US" altLang="ko-KR" sz="500" dirty="0">
                <a:latin typeface="D2Coding" panose="020B0609020101020101" pitchFamily="49" charset="-127"/>
                <a:ea typeface="D2Coding" panose="020B0609020101020101" pitchFamily="49" charset="-127"/>
                <a:cs typeface="Consolas" panose="020B0609020204030204" pitchFamily="49" charset="0"/>
              </a:rPr>
              <a:t>&lt;/</a:t>
            </a:r>
            <a:r>
              <a:rPr lang="en-US" altLang="ko-KR" sz="500" dirty="0" err="1">
                <a:latin typeface="D2Coding" panose="020B0609020101020101" pitchFamily="49" charset="-127"/>
                <a:ea typeface="D2Coding" panose="020B0609020101020101" pitchFamily="49" charset="-127"/>
                <a:cs typeface="Consolas" panose="020B0609020204030204" pitchFamily="49" charset="0"/>
              </a:rPr>
              <a:t>th</a:t>
            </a:r>
            <a:r>
              <a:rPr lang="en-US" altLang="ko-KR" sz="500" dirty="0">
                <a:latin typeface="D2Coding" panose="020B0609020101020101" pitchFamily="49" charset="-127"/>
                <a:ea typeface="D2Coding" panose="020B0609020101020101" pitchFamily="49" charset="-127"/>
                <a:cs typeface="Consolas" panose="020B0609020204030204" pitchFamily="49" charset="0"/>
              </a:rPr>
              <a:t>&gt;</a:t>
            </a:r>
          </a:p>
          <a:p>
            <a:pPr fontAlgn="base">
              <a:lnSpc>
                <a:spcPct val="120000"/>
              </a:lnSpc>
            </a:pPr>
            <a:r>
              <a:rPr lang="en-US" altLang="ko-KR" sz="500" dirty="0">
                <a:latin typeface="D2Coding" panose="020B0609020101020101" pitchFamily="49" charset="-127"/>
                <a:ea typeface="D2Coding" panose="020B0609020101020101" pitchFamily="49" charset="-127"/>
                <a:cs typeface="Consolas" panose="020B0609020204030204" pitchFamily="49" charset="0"/>
              </a:rPr>
              <a:t>    &lt;/tr&gt;</a:t>
            </a:r>
          </a:p>
          <a:p>
            <a:pPr fontAlgn="base">
              <a:lnSpc>
                <a:spcPct val="120000"/>
              </a:lnSpc>
            </a:pPr>
            <a:r>
              <a:rPr lang="en-US" altLang="ko-KR" sz="500" dirty="0">
                <a:latin typeface="D2Coding" panose="020B0609020101020101" pitchFamily="49" charset="-127"/>
                <a:ea typeface="D2Coding" panose="020B0609020101020101" pitchFamily="49" charset="-127"/>
                <a:cs typeface="Consolas" panose="020B0609020204030204" pitchFamily="49" charset="0"/>
              </a:rPr>
              <a:t>    </a:t>
            </a:r>
          </a:p>
          <a:p>
            <a:pPr fontAlgn="base">
              <a:lnSpc>
                <a:spcPct val="120000"/>
              </a:lnSpc>
            </a:pPr>
            <a:r>
              <a:rPr lang="en-US" altLang="ko-KR" sz="500" dirty="0">
                <a:latin typeface="D2Coding" panose="020B0609020101020101" pitchFamily="49" charset="-127"/>
                <a:ea typeface="D2Coding" panose="020B0609020101020101" pitchFamily="49" charset="-127"/>
                <a:cs typeface="Consolas" panose="020B0609020204030204" pitchFamily="49" charset="0"/>
              </a:rPr>
              <a:t>    &lt;tr&gt;</a:t>
            </a:r>
          </a:p>
          <a:p>
            <a:pPr fontAlgn="base">
              <a:lnSpc>
                <a:spcPct val="120000"/>
              </a:lnSpc>
            </a:pPr>
            <a:r>
              <a:rPr lang="en-US" altLang="ko-KR" sz="500" dirty="0">
                <a:latin typeface="D2Coding" panose="020B0609020101020101" pitchFamily="49" charset="-127"/>
                <a:ea typeface="D2Coding" panose="020B0609020101020101" pitchFamily="49" charset="-127"/>
                <a:cs typeface="Consolas" panose="020B0609020204030204" pitchFamily="49" charset="0"/>
              </a:rPr>
              <a:t>        &lt;td class="left"&gt;&lt;a </a:t>
            </a:r>
            <a:r>
              <a:rPr lang="en-US" altLang="ko-KR" sz="500" dirty="0" err="1">
                <a:latin typeface="D2Coding" panose="020B0609020101020101" pitchFamily="49" charset="-127"/>
                <a:ea typeface="D2Coding" panose="020B0609020101020101" pitchFamily="49" charset="-127"/>
                <a:cs typeface="Consolas" panose="020B0609020204030204" pitchFamily="49" charset="0"/>
              </a:rPr>
              <a:t>href</a:t>
            </a:r>
            <a:r>
              <a:rPr lang="en-US" altLang="ko-KR" sz="500" dirty="0">
                <a:latin typeface="D2Coding" panose="020B0609020101020101" pitchFamily="49" charset="-127"/>
                <a:ea typeface="D2Coding" panose="020B0609020101020101" pitchFamily="49" charset="-127"/>
                <a:cs typeface="Consolas" panose="020B0609020204030204" pitchFamily="49" charset="0"/>
              </a:rPr>
              <a:t>="a.jpg"&gt;a.jpg&lt;/a&gt;&lt;/td&gt;</a:t>
            </a:r>
          </a:p>
          <a:p>
            <a:pPr fontAlgn="base">
              <a:lnSpc>
                <a:spcPct val="120000"/>
              </a:lnSpc>
            </a:pPr>
            <a:r>
              <a:rPr lang="en-US" altLang="ko-KR" sz="500" dirty="0">
                <a:latin typeface="D2Coding" panose="020B0609020101020101" pitchFamily="49" charset="-127"/>
                <a:ea typeface="D2Coding" panose="020B0609020101020101" pitchFamily="49" charset="-127"/>
                <a:cs typeface="Consolas" panose="020B0609020204030204" pitchFamily="49" charset="0"/>
              </a:rPr>
              <a:t>        &lt;td&gt;2022-04-08 13:58:23&lt;/td&gt;</a:t>
            </a:r>
          </a:p>
          <a:p>
            <a:pPr fontAlgn="base">
              <a:lnSpc>
                <a:spcPct val="120000"/>
              </a:lnSpc>
            </a:pPr>
            <a:r>
              <a:rPr lang="en-US" altLang="ko-KR" sz="500" dirty="0">
                <a:latin typeface="D2Coding" panose="020B0609020101020101" pitchFamily="49" charset="-127"/>
                <a:ea typeface="D2Coding" panose="020B0609020101020101" pitchFamily="49" charset="-127"/>
                <a:cs typeface="Consolas" panose="020B0609020204030204" pitchFamily="49" charset="0"/>
              </a:rPr>
              <a:t>        &lt;td class="right"&gt;218214&lt;/td&gt;</a:t>
            </a:r>
          </a:p>
          <a:p>
            <a:pPr fontAlgn="base">
              <a:lnSpc>
                <a:spcPct val="120000"/>
              </a:lnSpc>
            </a:pPr>
            <a:r>
              <a:rPr lang="en-US" altLang="ko-KR" sz="500" dirty="0">
                <a:latin typeface="D2Coding" panose="020B0609020101020101" pitchFamily="49" charset="-127"/>
                <a:ea typeface="D2Coding" panose="020B0609020101020101" pitchFamily="49" charset="-127"/>
                <a:cs typeface="Consolas" panose="020B0609020204030204" pitchFamily="49" charset="0"/>
              </a:rPr>
              <a:t>        &lt;td&gt;&lt;a </a:t>
            </a:r>
            <a:r>
              <a:rPr lang="en-US" altLang="ko-KR" sz="500" dirty="0" err="1">
                <a:latin typeface="D2Coding" panose="020B0609020101020101" pitchFamily="49" charset="-127"/>
                <a:ea typeface="D2Coding" panose="020B0609020101020101" pitchFamily="49" charset="-127"/>
                <a:cs typeface="Consolas" panose="020B0609020204030204" pitchFamily="49" charset="0"/>
              </a:rPr>
              <a:t>href</a:t>
            </a:r>
            <a:r>
              <a:rPr lang="en-US" altLang="ko-KR" sz="500" dirty="0">
                <a:latin typeface="D2Coding" panose="020B0609020101020101" pitchFamily="49" charset="-127"/>
                <a:ea typeface="D2Coding" panose="020B0609020101020101" pitchFamily="49" charset="-127"/>
                <a:cs typeface="Consolas" panose="020B0609020204030204" pitchFamily="49" charset="0"/>
              </a:rPr>
              <a:t>="</a:t>
            </a:r>
            <a:r>
              <a:rPr lang="en-US" altLang="ko-KR" sz="500" dirty="0" err="1">
                <a:latin typeface="D2Coding" panose="020B0609020101020101" pitchFamily="49" charset="-127"/>
                <a:ea typeface="D2Coding" panose="020B0609020101020101" pitchFamily="49" charset="-127"/>
                <a:cs typeface="Consolas" panose="020B0609020204030204" pitchFamily="49" charset="0"/>
              </a:rPr>
              <a:t>del_file.jsp?num</a:t>
            </a:r>
            <a:r>
              <a:rPr lang="en-US" altLang="ko-KR" sz="500" dirty="0">
                <a:latin typeface="D2Coding" panose="020B0609020101020101" pitchFamily="49" charset="-127"/>
                <a:ea typeface="D2Coding" panose="020B0609020101020101" pitchFamily="49" charset="-127"/>
                <a:cs typeface="Consolas" panose="020B0609020204030204" pitchFamily="49" charset="0"/>
              </a:rPr>
              <a:t>=1"&gt;X&lt;/a&gt;&lt;/td&gt;</a:t>
            </a:r>
          </a:p>
          <a:p>
            <a:pPr fontAlgn="base">
              <a:lnSpc>
                <a:spcPct val="120000"/>
              </a:lnSpc>
            </a:pPr>
            <a:r>
              <a:rPr lang="en-US" altLang="ko-KR" sz="500" dirty="0">
                <a:latin typeface="D2Coding" panose="020B0609020101020101" pitchFamily="49" charset="-127"/>
                <a:ea typeface="D2Coding" panose="020B0609020101020101" pitchFamily="49" charset="-127"/>
                <a:cs typeface="Consolas" panose="020B0609020204030204" pitchFamily="49" charset="0"/>
              </a:rPr>
              <a:t>    &lt;/tr&gt;</a:t>
            </a:r>
          </a:p>
          <a:p>
            <a:pPr fontAlgn="base">
              <a:lnSpc>
                <a:spcPct val="120000"/>
              </a:lnSpc>
            </a:pPr>
            <a:r>
              <a:rPr lang="en-US" altLang="ko-KR" sz="500" dirty="0">
                <a:latin typeface="D2Coding" panose="020B0609020101020101" pitchFamily="49" charset="-127"/>
                <a:ea typeface="D2Coding" panose="020B0609020101020101" pitchFamily="49" charset="-127"/>
                <a:cs typeface="Consolas" panose="020B0609020204030204" pitchFamily="49" charset="0"/>
              </a:rPr>
              <a:t>    </a:t>
            </a:r>
          </a:p>
          <a:p>
            <a:pPr fontAlgn="base">
              <a:lnSpc>
                <a:spcPct val="120000"/>
              </a:lnSpc>
            </a:pPr>
            <a:r>
              <a:rPr lang="en-US" altLang="ko-KR" sz="500" dirty="0">
                <a:latin typeface="D2Coding" panose="020B0609020101020101" pitchFamily="49" charset="-127"/>
                <a:ea typeface="D2Coding" panose="020B0609020101020101" pitchFamily="49" charset="-127"/>
                <a:cs typeface="Consolas" panose="020B0609020204030204" pitchFamily="49" charset="0"/>
              </a:rPr>
              <a:t>    &lt;tr&gt;</a:t>
            </a:r>
          </a:p>
          <a:p>
            <a:pPr fontAlgn="base">
              <a:lnSpc>
                <a:spcPct val="120000"/>
              </a:lnSpc>
            </a:pPr>
            <a:r>
              <a:rPr lang="en-US" altLang="ko-KR" sz="500" dirty="0">
                <a:latin typeface="D2Coding" panose="020B0609020101020101" pitchFamily="49" charset="-127"/>
                <a:ea typeface="D2Coding" panose="020B0609020101020101" pitchFamily="49" charset="-127"/>
                <a:cs typeface="Consolas" panose="020B0609020204030204" pitchFamily="49" charset="0"/>
              </a:rPr>
              <a:t>        &lt;td class="left"&gt;&lt;a </a:t>
            </a:r>
            <a:r>
              <a:rPr lang="en-US" altLang="ko-KR" sz="500" dirty="0" err="1">
                <a:latin typeface="D2Coding" panose="020B0609020101020101" pitchFamily="49" charset="-127"/>
                <a:ea typeface="D2Coding" panose="020B0609020101020101" pitchFamily="49" charset="-127"/>
                <a:cs typeface="Consolas" panose="020B0609020204030204" pitchFamily="49" charset="0"/>
              </a:rPr>
              <a:t>href</a:t>
            </a:r>
            <a:r>
              <a:rPr lang="en-US" altLang="ko-KR" sz="500" dirty="0">
                <a:latin typeface="D2Coding" panose="020B0609020101020101" pitchFamily="49" charset="-127"/>
                <a:ea typeface="D2Coding" panose="020B0609020101020101" pitchFamily="49" charset="-127"/>
                <a:cs typeface="Consolas" panose="020B0609020204030204" pitchFamily="49" charset="0"/>
              </a:rPr>
              <a:t>="b.jpg"&gt;b.jpg&lt;/a&gt;&lt;/td&gt;</a:t>
            </a:r>
          </a:p>
          <a:p>
            <a:pPr fontAlgn="base">
              <a:lnSpc>
                <a:spcPct val="120000"/>
              </a:lnSpc>
            </a:pPr>
            <a:r>
              <a:rPr lang="en-US" altLang="ko-KR" sz="500" dirty="0">
                <a:latin typeface="D2Coding" panose="020B0609020101020101" pitchFamily="49" charset="-127"/>
                <a:ea typeface="D2Coding" panose="020B0609020101020101" pitchFamily="49" charset="-127"/>
                <a:cs typeface="Consolas" panose="020B0609020204030204" pitchFamily="49" charset="0"/>
              </a:rPr>
              <a:t>        &lt;td&gt;2022-04-09 15:58:23&lt;/td&gt;</a:t>
            </a:r>
          </a:p>
          <a:p>
            <a:pPr fontAlgn="base">
              <a:lnSpc>
                <a:spcPct val="120000"/>
              </a:lnSpc>
            </a:pPr>
            <a:r>
              <a:rPr lang="en-US" altLang="ko-KR" sz="500" dirty="0">
                <a:latin typeface="D2Coding" panose="020B0609020101020101" pitchFamily="49" charset="-127"/>
                <a:ea typeface="D2Coding" panose="020B0609020101020101" pitchFamily="49" charset="-127"/>
                <a:cs typeface="Consolas" panose="020B0609020204030204" pitchFamily="49" charset="0"/>
              </a:rPr>
              <a:t>        &lt;td class="right"&gt;132123&lt;/td&gt;</a:t>
            </a:r>
          </a:p>
          <a:p>
            <a:pPr fontAlgn="base">
              <a:lnSpc>
                <a:spcPct val="120000"/>
              </a:lnSpc>
            </a:pPr>
            <a:r>
              <a:rPr lang="en-US" altLang="ko-KR" sz="500" dirty="0">
                <a:latin typeface="D2Coding" panose="020B0609020101020101" pitchFamily="49" charset="-127"/>
                <a:ea typeface="D2Coding" panose="020B0609020101020101" pitchFamily="49" charset="-127"/>
                <a:cs typeface="Consolas" panose="020B0609020204030204" pitchFamily="49" charset="0"/>
              </a:rPr>
              <a:t>        &lt;td&gt;&lt;a </a:t>
            </a:r>
            <a:r>
              <a:rPr lang="en-US" altLang="ko-KR" sz="500" dirty="0" err="1">
                <a:latin typeface="D2Coding" panose="020B0609020101020101" pitchFamily="49" charset="-127"/>
                <a:ea typeface="D2Coding" panose="020B0609020101020101" pitchFamily="49" charset="-127"/>
                <a:cs typeface="Consolas" panose="020B0609020204030204" pitchFamily="49" charset="0"/>
              </a:rPr>
              <a:t>href</a:t>
            </a:r>
            <a:r>
              <a:rPr lang="en-US" altLang="ko-KR" sz="500" dirty="0">
                <a:latin typeface="D2Coding" panose="020B0609020101020101" pitchFamily="49" charset="-127"/>
                <a:ea typeface="D2Coding" panose="020B0609020101020101" pitchFamily="49" charset="-127"/>
                <a:cs typeface="Consolas" panose="020B0609020204030204" pitchFamily="49" charset="0"/>
              </a:rPr>
              <a:t>="</a:t>
            </a:r>
            <a:r>
              <a:rPr lang="en-US" altLang="ko-KR" sz="500" dirty="0" err="1">
                <a:latin typeface="D2Coding" panose="020B0609020101020101" pitchFamily="49" charset="-127"/>
                <a:ea typeface="D2Coding" panose="020B0609020101020101" pitchFamily="49" charset="-127"/>
                <a:cs typeface="Consolas" panose="020B0609020204030204" pitchFamily="49" charset="0"/>
              </a:rPr>
              <a:t>del_file.jsp?num</a:t>
            </a:r>
            <a:r>
              <a:rPr lang="en-US" altLang="ko-KR" sz="500" dirty="0">
                <a:latin typeface="D2Coding" panose="020B0609020101020101" pitchFamily="49" charset="-127"/>
                <a:ea typeface="D2Coding" panose="020B0609020101020101" pitchFamily="49" charset="-127"/>
                <a:cs typeface="Consolas" panose="020B0609020204030204" pitchFamily="49" charset="0"/>
              </a:rPr>
              <a:t>=2"&gt;X&lt;/a&gt;&lt;/td&gt;</a:t>
            </a:r>
          </a:p>
          <a:p>
            <a:pPr fontAlgn="base">
              <a:lnSpc>
                <a:spcPct val="120000"/>
              </a:lnSpc>
            </a:pPr>
            <a:r>
              <a:rPr lang="en-US" altLang="ko-KR" sz="500" dirty="0">
                <a:latin typeface="D2Coding" panose="020B0609020101020101" pitchFamily="49" charset="-127"/>
                <a:ea typeface="D2Coding" panose="020B0609020101020101" pitchFamily="49" charset="-127"/>
                <a:cs typeface="Consolas" panose="020B0609020204030204" pitchFamily="49" charset="0"/>
              </a:rPr>
              <a:t>    &lt;/tr&gt;</a:t>
            </a:r>
          </a:p>
          <a:p>
            <a:pPr fontAlgn="base">
              <a:lnSpc>
                <a:spcPct val="120000"/>
              </a:lnSpc>
            </a:pPr>
            <a:r>
              <a:rPr lang="en-US" altLang="ko-KR" sz="500" dirty="0">
                <a:latin typeface="D2Coding" panose="020B0609020101020101" pitchFamily="49" charset="-127"/>
                <a:ea typeface="D2Coding" panose="020B0609020101020101" pitchFamily="49" charset="-127"/>
                <a:cs typeface="Consolas" panose="020B0609020204030204" pitchFamily="49" charset="0"/>
              </a:rPr>
              <a:t>    </a:t>
            </a:r>
          </a:p>
          <a:p>
            <a:pPr fontAlgn="base">
              <a:lnSpc>
                <a:spcPct val="120000"/>
              </a:lnSpc>
            </a:pPr>
            <a:r>
              <a:rPr lang="en-US" altLang="ko-KR" sz="500" dirty="0">
                <a:latin typeface="D2Coding" panose="020B0609020101020101" pitchFamily="49" charset="-127"/>
                <a:ea typeface="D2Coding" panose="020B0609020101020101" pitchFamily="49" charset="-127"/>
                <a:cs typeface="Consolas" panose="020B0609020204030204" pitchFamily="49" charset="0"/>
              </a:rPr>
              <a:t>&lt;/table&gt;</a:t>
            </a:r>
          </a:p>
          <a:p>
            <a:pPr fontAlgn="base">
              <a:lnSpc>
                <a:spcPct val="120000"/>
              </a:lnSpc>
            </a:pPr>
            <a:r>
              <a:rPr lang="en-US" altLang="ko-KR" sz="500" dirty="0">
                <a:latin typeface="D2Coding" panose="020B0609020101020101" pitchFamily="49" charset="-127"/>
                <a:ea typeface="D2Coding" panose="020B0609020101020101" pitchFamily="49" charset="-127"/>
                <a:cs typeface="Consolas" panose="020B0609020204030204" pitchFamily="49" charset="0"/>
              </a:rPr>
              <a:t>&lt;/body&gt;</a:t>
            </a:r>
          </a:p>
          <a:p>
            <a:pPr fontAlgn="base">
              <a:lnSpc>
                <a:spcPct val="120000"/>
              </a:lnSpc>
            </a:pPr>
            <a:r>
              <a:rPr lang="en-US" altLang="ko-KR" sz="500" dirty="0">
                <a:latin typeface="D2Coding" panose="020B0609020101020101" pitchFamily="49" charset="-127"/>
                <a:ea typeface="D2Coding" panose="020B0609020101020101" pitchFamily="49" charset="-127"/>
                <a:cs typeface="Consolas" panose="020B0609020204030204" pitchFamily="49" charset="0"/>
              </a:rPr>
              <a:t>&lt;/html&gt;</a:t>
            </a:r>
          </a:p>
        </p:txBody>
      </p:sp>
      <p:cxnSp>
        <p:nvCxnSpPr>
          <p:cNvPr id="6" name="직선 연결선 5">
            <a:extLst>
              <a:ext uri="{FF2B5EF4-FFF2-40B4-BE49-F238E27FC236}">
                <a16:creationId xmlns:a16="http://schemas.microsoft.com/office/drawing/2014/main" id="{2F2A2169-7178-3E22-14A2-ABAC6A75F9FF}"/>
              </a:ext>
            </a:extLst>
          </p:cNvPr>
          <p:cNvCxnSpPr>
            <a:cxnSpLocks/>
          </p:cNvCxnSpPr>
          <p:nvPr/>
        </p:nvCxnSpPr>
        <p:spPr>
          <a:xfrm>
            <a:off x="0" y="368660"/>
            <a:ext cx="9144000" cy="6300700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7" name="직선 연결선 6">
            <a:extLst>
              <a:ext uri="{FF2B5EF4-FFF2-40B4-BE49-F238E27FC236}">
                <a16:creationId xmlns:a16="http://schemas.microsoft.com/office/drawing/2014/main" id="{04A804DB-6B75-1C8C-5372-D599E88DE4E4}"/>
              </a:ext>
            </a:extLst>
          </p:cNvPr>
          <p:cNvCxnSpPr>
            <a:cxnSpLocks/>
          </p:cNvCxnSpPr>
          <p:nvPr/>
        </p:nvCxnSpPr>
        <p:spPr>
          <a:xfrm flipH="1">
            <a:off x="0" y="332656"/>
            <a:ext cx="9144000" cy="6336704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732707007"/>
      </p:ext>
    </p:extLst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fontAlgn="base"/>
            <a:r>
              <a:rPr lang="en-US" altLang="ko-KR" dirty="0"/>
              <a:t>7.2 </a:t>
            </a:r>
            <a:r>
              <a:rPr lang="ko-KR" altLang="en-US" dirty="0"/>
              <a:t>웹 하드 프로그램을 위한 테이블 생성과 메인 페이지</a:t>
            </a:r>
          </a:p>
        </p:txBody>
      </p:sp>
      <p:sp>
        <p:nvSpPr>
          <p:cNvPr id="4" name="슬라이드 번호 개체 틀 3"/>
          <p:cNvSpPr>
            <a:spLocks noGrp="1"/>
          </p:cNvSpPr>
          <p:nvPr>
            <p:ph type="sldNum" sz="quarter" idx="4"/>
          </p:nvPr>
        </p:nvSpPr>
        <p:spPr/>
        <p:txBody>
          <a:bodyPr/>
          <a:lstStyle/>
          <a:p>
            <a:fld id="{5AA8C37D-6ADA-49EE-B609-6DB056DA936F}" type="slidenum">
              <a:rPr lang="ko-KR" altLang="en-US" smtClean="0"/>
              <a:pPr/>
              <a:t>19</a:t>
            </a:fld>
            <a:endParaRPr lang="ko-KR" altLang="en-US" dirty="0"/>
          </a:p>
        </p:txBody>
      </p:sp>
      <p:sp>
        <p:nvSpPr>
          <p:cNvPr id="5" name="직사각형 4">
            <a:extLst>
              <a:ext uri="{FF2B5EF4-FFF2-40B4-BE49-F238E27FC236}">
                <a16:creationId xmlns:a16="http://schemas.microsoft.com/office/drawing/2014/main" id="{A543F91A-4A44-48D6-91A7-2A0EAF615EDA}"/>
              </a:ext>
            </a:extLst>
          </p:cNvPr>
          <p:cNvSpPr/>
          <p:nvPr/>
        </p:nvSpPr>
        <p:spPr>
          <a:xfrm>
            <a:off x="905086" y="1000499"/>
            <a:ext cx="7333828" cy="5763181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fontAlgn="base">
              <a:lnSpc>
                <a:spcPct val="120000"/>
              </a:lnSpc>
            </a:pPr>
            <a:r>
              <a:rPr lang="en-US" altLang="ko-KR" sz="1400" dirty="0">
                <a:latin typeface="D2Coding" panose="020B0609020101020101" pitchFamily="49" charset="-127"/>
                <a:ea typeface="D2Coding" panose="020B0609020101020101" pitchFamily="49" charset="-127"/>
                <a:cs typeface="Consolas" panose="020B0609020204030204" pitchFamily="49" charset="0"/>
              </a:rPr>
              <a:t>[</a:t>
            </a:r>
            <a:r>
              <a:rPr lang="ko-KR" altLang="en-US" sz="1400" dirty="0">
                <a:latin typeface="D2Coding" panose="020B0609020101020101" pitchFamily="49" charset="-127"/>
                <a:ea typeface="D2Coding" panose="020B0609020101020101" pitchFamily="49" charset="-127"/>
                <a:cs typeface="Consolas" panose="020B0609020204030204" pitchFamily="49" charset="0"/>
              </a:rPr>
              <a:t>예제 </a:t>
            </a:r>
            <a:r>
              <a:rPr lang="en-US" altLang="ko-KR" sz="1400" dirty="0">
                <a:latin typeface="D2Coding" panose="020B0609020101020101" pitchFamily="49" charset="-127"/>
                <a:ea typeface="D2Coding" panose="020B0609020101020101" pitchFamily="49" charset="-127"/>
                <a:cs typeface="Consolas" panose="020B0609020204030204" pitchFamily="49" charset="0"/>
              </a:rPr>
              <a:t>7-5] </a:t>
            </a:r>
            <a:r>
              <a:rPr lang="ko-KR" altLang="en-US" sz="1400" dirty="0">
                <a:latin typeface="D2Coding" panose="020B0609020101020101" pitchFamily="49" charset="-127"/>
                <a:ea typeface="D2Coding" panose="020B0609020101020101" pitchFamily="49" charset="-127"/>
                <a:cs typeface="Consolas" panose="020B0609020204030204" pitchFamily="49" charset="0"/>
              </a:rPr>
              <a:t>웹 하드 메인 페이지 </a:t>
            </a:r>
            <a:r>
              <a:rPr lang="en-US" altLang="ko-KR" sz="1400" dirty="0">
                <a:latin typeface="D2Coding" panose="020B0609020101020101" pitchFamily="49" charset="-127"/>
                <a:ea typeface="D2Coding" panose="020B0609020101020101" pitchFamily="49" charset="-127"/>
                <a:cs typeface="Consolas" panose="020B0609020204030204" pitchFamily="49" charset="0"/>
              </a:rPr>
              <a:t>(</a:t>
            </a:r>
            <a:r>
              <a:rPr lang="en-US" altLang="ko-KR" sz="1400" dirty="0" err="1">
                <a:latin typeface="D2Coding" panose="020B0609020101020101" pitchFamily="49" charset="-127"/>
                <a:ea typeface="D2Coding" panose="020B0609020101020101" pitchFamily="49" charset="-127"/>
                <a:cs typeface="Consolas" panose="020B0609020204030204" pitchFamily="49" charset="0"/>
              </a:rPr>
              <a:t>webhard.jsp</a:t>
            </a:r>
            <a:r>
              <a:rPr lang="en-US" altLang="ko-KR" sz="1400" dirty="0">
                <a:latin typeface="D2Coding" panose="020B0609020101020101" pitchFamily="49" charset="-127"/>
                <a:ea typeface="D2Coding" panose="020B0609020101020101" pitchFamily="49" charset="-127"/>
                <a:cs typeface="Consolas" panose="020B0609020204030204" pitchFamily="49" charset="0"/>
              </a:rPr>
              <a:t>)</a:t>
            </a:r>
          </a:p>
          <a:p>
            <a:pPr fontAlgn="base">
              <a:lnSpc>
                <a:spcPct val="120000"/>
              </a:lnSpc>
            </a:pPr>
            <a:r>
              <a:rPr lang="en-US" altLang="ko-KR" sz="1400" dirty="0">
                <a:latin typeface="D2Coding" panose="020B0609020101020101" pitchFamily="49" charset="-127"/>
                <a:ea typeface="D2Coding" panose="020B0609020101020101" pitchFamily="49" charset="-127"/>
                <a:cs typeface="Consolas" panose="020B0609020204030204" pitchFamily="49" charset="0"/>
              </a:rPr>
              <a:t>  1: &lt;%@ page language="java" </a:t>
            </a:r>
            <a:r>
              <a:rPr lang="en-US" altLang="ko-KR" sz="1400" dirty="0" err="1">
                <a:latin typeface="D2Coding" panose="020B0609020101020101" pitchFamily="49" charset="-127"/>
                <a:ea typeface="D2Coding" panose="020B0609020101020101" pitchFamily="49" charset="-127"/>
                <a:cs typeface="Consolas" panose="020B0609020204030204" pitchFamily="49" charset="0"/>
              </a:rPr>
              <a:t>contentType</a:t>
            </a:r>
            <a:r>
              <a:rPr lang="en-US" altLang="ko-KR" sz="1400" dirty="0">
                <a:latin typeface="D2Coding" panose="020B0609020101020101" pitchFamily="49" charset="-127"/>
                <a:ea typeface="D2Coding" panose="020B0609020101020101" pitchFamily="49" charset="-127"/>
                <a:cs typeface="Consolas" panose="020B0609020204030204" pitchFamily="49" charset="0"/>
              </a:rPr>
              <a:t>="text/html; charset=UTF-8"</a:t>
            </a:r>
          </a:p>
          <a:p>
            <a:pPr fontAlgn="base">
              <a:lnSpc>
                <a:spcPct val="120000"/>
              </a:lnSpc>
            </a:pPr>
            <a:r>
              <a:rPr lang="en-US" altLang="ko-KR" sz="1400" dirty="0">
                <a:latin typeface="D2Coding" panose="020B0609020101020101" pitchFamily="49" charset="-127"/>
                <a:ea typeface="D2Coding" panose="020B0609020101020101" pitchFamily="49" charset="-127"/>
                <a:cs typeface="Consolas" panose="020B0609020204030204" pitchFamily="49" charset="0"/>
              </a:rPr>
              <a:t>  2:     </a:t>
            </a:r>
            <a:r>
              <a:rPr lang="en-US" altLang="ko-KR" sz="1400" dirty="0" err="1">
                <a:latin typeface="D2Coding" panose="020B0609020101020101" pitchFamily="49" charset="-127"/>
                <a:ea typeface="D2Coding" panose="020B0609020101020101" pitchFamily="49" charset="-127"/>
                <a:cs typeface="Consolas" panose="020B0609020204030204" pitchFamily="49" charset="0"/>
              </a:rPr>
              <a:t>pageEncoding</a:t>
            </a:r>
            <a:r>
              <a:rPr lang="en-US" altLang="ko-KR" sz="1400" dirty="0">
                <a:latin typeface="D2Coding" panose="020B0609020101020101" pitchFamily="49" charset="-127"/>
                <a:ea typeface="D2Coding" panose="020B0609020101020101" pitchFamily="49" charset="-127"/>
                <a:cs typeface="Consolas" panose="020B0609020204030204" pitchFamily="49" charset="0"/>
              </a:rPr>
              <a:t>="UTF-8"%&gt;</a:t>
            </a:r>
          </a:p>
          <a:p>
            <a:pPr fontAlgn="base">
              <a:lnSpc>
                <a:spcPct val="120000"/>
              </a:lnSpc>
            </a:pPr>
            <a:r>
              <a:rPr lang="en-US" altLang="ko-KR" sz="1400" dirty="0">
                <a:latin typeface="D2Coding" panose="020B0609020101020101" pitchFamily="49" charset="-127"/>
                <a:ea typeface="D2Coding" panose="020B0609020101020101" pitchFamily="49" charset="-127"/>
                <a:cs typeface="Consolas" panose="020B0609020204030204" pitchFamily="49" charset="0"/>
              </a:rPr>
              <a:t>  3: &lt;%@ page import="</a:t>
            </a:r>
            <a:r>
              <a:rPr lang="en-US" altLang="ko-KR" sz="1400" dirty="0" err="1">
                <a:latin typeface="D2Coding" panose="020B0609020101020101" pitchFamily="49" charset="-127"/>
                <a:ea typeface="D2Coding" panose="020B0609020101020101" pitchFamily="49" charset="-127"/>
                <a:cs typeface="Consolas" panose="020B0609020204030204" pitchFamily="49" charset="0"/>
              </a:rPr>
              <a:t>java.sql</a:t>
            </a:r>
            <a:r>
              <a:rPr lang="en-US" altLang="ko-KR" sz="1400" dirty="0">
                <a:latin typeface="D2Coding" panose="020B0609020101020101" pitchFamily="49" charset="-127"/>
                <a:ea typeface="D2Coding" panose="020B0609020101020101" pitchFamily="49" charset="-127"/>
                <a:cs typeface="Consolas" panose="020B0609020204030204" pitchFamily="49" charset="0"/>
              </a:rPr>
              <a:t>.*" %&gt;   </a:t>
            </a:r>
          </a:p>
          <a:p>
            <a:pPr fontAlgn="base">
              <a:lnSpc>
                <a:spcPct val="120000"/>
              </a:lnSpc>
            </a:pPr>
            <a:r>
              <a:rPr lang="en-US" altLang="ko-KR" sz="1400" dirty="0">
                <a:latin typeface="D2Coding" panose="020B0609020101020101" pitchFamily="49" charset="-127"/>
                <a:ea typeface="D2Coding" panose="020B0609020101020101" pitchFamily="49" charset="-127"/>
                <a:cs typeface="Consolas" panose="020B0609020204030204" pitchFamily="49" charset="0"/>
              </a:rPr>
              <a:t>  4:     </a:t>
            </a:r>
          </a:p>
          <a:p>
            <a:pPr fontAlgn="base">
              <a:lnSpc>
                <a:spcPct val="120000"/>
              </a:lnSpc>
            </a:pPr>
            <a:r>
              <a:rPr lang="en-US" altLang="ko-KR" sz="1400" dirty="0">
                <a:latin typeface="D2Coding" panose="020B0609020101020101" pitchFamily="49" charset="-127"/>
                <a:ea typeface="D2Coding" panose="020B0609020101020101" pitchFamily="49" charset="-127"/>
                <a:cs typeface="Consolas" panose="020B0609020204030204" pitchFamily="49" charset="0"/>
              </a:rPr>
              <a:t>  5: &lt;!DOCTYPE html&gt;</a:t>
            </a:r>
          </a:p>
          <a:p>
            <a:pPr fontAlgn="base">
              <a:lnSpc>
                <a:spcPct val="120000"/>
              </a:lnSpc>
            </a:pPr>
            <a:r>
              <a:rPr lang="en-US" altLang="ko-KR" sz="1400" dirty="0">
                <a:latin typeface="D2Coding" panose="020B0609020101020101" pitchFamily="49" charset="-127"/>
                <a:ea typeface="D2Coding" panose="020B0609020101020101" pitchFamily="49" charset="-127"/>
                <a:cs typeface="Consolas" panose="020B0609020204030204" pitchFamily="49" charset="0"/>
              </a:rPr>
              <a:t>  6: &lt;html&gt;</a:t>
            </a:r>
          </a:p>
          <a:p>
            <a:pPr fontAlgn="base">
              <a:lnSpc>
                <a:spcPct val="120000"/>
              </a:lnSpc>
            </a:pPr>
            <a:r>
              <a:rPr lang="en-US" altLang="ko-KR" sz="1400" dirty="0">
                <a:latin typeface="D2Coding" panose="020B0609020101020101" pitchFamily="49" charset="-127"/>
                <a:ea typeface="D2Coding" panose="020B0609020101020101" pitchFamily="49" charset="-127"/>
                <a:cs typeface="Consolas" panose="020B0609020204030204" pitchFamily="49" charset="0"/>
              </a:rPr>
              <a:t>  7: &lt;head&gt;</a:t>
            </a:r>
          </a:p>
          <a:p>
            <a:pPr fontAlgn="base">
              <a:lnSpc>
                <a:spcPct val="120000"/>
              </a:lnSpc>
            </a:pPr>
            <a:r>
              <a:rPr lang="en-US" altLang="ko-KR" sz="1400" dirty="0">
                <a:latin typeface="D2Coding" panose="020B0609020101020101" pitchFamily="49" charset="-127"/>
                <a:ea typeface="D2Coding" panose="020B0609020101020101" pitchFamily="49" charset="-127"/>
                <a:cs typeface="Consolas" panose="020B0609020204030204" pitchFamily="49" charset="0"/>
              </a:rPr>
              <a:t>  8:     &lt;meta charset="UTF-8"&gt;</a:t>
            </a:r>
          </a:p>
          <a:p>
            <a:pPr fontAlgn="base">
              <a:lnSpc>
                <a:spcPct val="120000"/>
              </a:lnSpc>
            </a:pPr>
            <a:r>
              <a:rPr lang="en-US" altLang="ko-KR" sz="1400" dirty="0">
                <a:latin typeface="D2Coding" panose="020B0609020101020101" pitchFamily="49" charset="-127"/>
                <a:ea typeface="D2Coding" panose="020B0609020101020101" pitchFamily="49" charset="-127"/>
                <a:cs typeface="Consolas" panose="020B0609020204030204" pitchFamily="49" charset="0"/>
              </a:rPr>
              <a:t>  9:     &lt;style&gt;</a:t>
            </a:r>
          </a:p>
          <a:p>
            <a:pPr fontAlgn="base">
              <a:lnSpc>
                <a:spcPct val="120000"/>
              </a:lnSpc>
            </a:pPr>
            <a:r>
              <a:rPr lang="en-US" altLang="ko-KR" sz="1400" dirty="0">
                <a:latin typeface="D2Coding" panose="020B0609020101020101" pitchFamily="49" charset="-127"/>
                <a:ea typeface="D2Coding" panose="020B0609020101020101" pitchFamily="49" charset="-127"/>
                <a:cs typeface="Consolas" panose="020B0609020204030204" pitchFamily="49" charset="0"/>
              </a:rPr>
              <a:t> 10:         table  { width: 700px; text-align: center; }</a:t>
            </a:r>
          </a:p>
          <a:p>
            <a:pPr fontAlgn="base">
              <a:lnSpc>
                <a:spcPct val="120000"/>
              </a:lnSpc>
            </a:pPr>
            <a:r>
              <a:rPr lang="en-US" altLang="ko-KR" sz="1400" dirty="0">
                <a:latin typeface="D2Coding" panose="020B0609020101020101" pitchFamily="49" charset="-127"/>
                <a:ea typeface="D2Coding" panose="020B0609020101020101" pitchFamily="49" charset="-127"/>
                <a:cs typeface="Consolas" panose="020B0609020204030204" pitchFamily="49" charset="0"/>
              </a:rPr>
              <a:t> 11:         </a:t>
            </a:r>
            <a:r>
              <a:rPr lang="en-US" altLang="ko-KR" sz="1400" dirty="0" err="1">
                <a:latin typeface="D2Coding" panose="020B0609020101020101" pitchFamily="49" charset="-127"/>
                <a:ea typeface="D2Coding" panose="020B0609020101020101" pitchFamily="49" charset="-127"/>
                <a:cs typeface="Consolas" panose="020B0609020204030204" pitchFamily="49" charset="0"/>
              </a:rPr>
              <a:t>th</a:t>
            </a:r>
            <a:r>
              <a:rPr lang="en-US" altLang="ko-KR" sz="1400" dirty="0">
                <a:latin typeface="D2Coding" panose="020B0609020101020101" pitchFamily="49" charset="-127"/>
                <a:ea typeface="D2Coding" panose="020B0609020101020101" pitchFamily="49" charset="-127"/>
                <a:cs typeface="Consolas" panose="020B0609020204030204" pitchFamily="49" charset="0"/>
              </a:rPr>
              <a:t>     { background-color: cyan; }</a:t>
            </a:r>
          </a:p>
          <a:p>
            <a:pPr fontAlgn="base">
              <a:lnSpc>
                <a:spcPct val="120000"/>
              </a:lnSpc>
            </a:pPr>
            <a:r>
              <a:rPr lang="en-US" altLang="ko-KR" sz="1400" dirty="0">
                <a:latin typeface="D2Coding" panose="020B0609020101020101" pitchFamily="49" charset="-127"/>
                <a:ea typeface="D2Coding" panose="020B0609020101020101" pitchFamily="49" charset="-127"/>
                <a:cs typeface="Consolas" panose="020B0609020204030204" pitchFamily="49" charset="0"/>
              </a:rPr>
              <a:t> 12:         </a:t>
            </a:r>
          </a:p>
          <a:p>
            <a:pPr fontAlgn="base">
              <a:lnSpc>
                <a:spcPct val="120000"/>
              </a:lnSpc>
            </a:pPr>
            <a:r>
              <a:rPr lang="en-US" altLang="ko-KR" sz="1400" dirty="0">
                <a:latin typeface="D2Coding" panose="020B0609020101020101" pitchFamily="49" charset="-127"/>
                <a:ea typeface="D2Coding" panose="020B0609020101020101" pitchFamily="49" charset="-127"/>
                <a:cs typeface="Consolas" panose="020B0609020204030204" pitchFamily="49" charset="0"/>
              </a:rPr>
              <a:t> 13:         .left  { text-align: left;  }        </a:t>
            </a:r>
          </a:p>
          <a:p>
            <a:pPr fontAlgn="base">
              <a:lnSpc>
                <a:spcPct val="120000"/>
              </a:lnSpc>
            </a:pPr>
            <a:r>
              <a:rPr lang="en-US" altLang="ko-KR" sz="1400" dirty="0">
                <a:latin typeface="D2Coding" panose="020B0609020101020101" pitchFamily="49" charset="-127"/>
                <a:ea typeface="D2Coding" panose="020B0609020101020101" pitchFamily="49" charset="-127"/>
                <a:cs typeface="Consolas" panose="020B0609020204030204" pitchFamily="49" charset="0"/>
              </a:rPr>
              <a:t> 14:         .right { text-align: right; }</a:t>
            </a:r>
          </a:p>
          <a:p>
            <a:pPr fontAlgn="base">
              <a:lnSpc>
                <a:spcPct val="120000"/>
              </a:lnSpc>
            </a:pPr>
            <a:r>
              <a:rPr lang="en-US" altLang="ko-KR" sz="1400" dirty="0">
                <a:latin typeface="D2Coding" panose="020B0609020101020101" pitchFamily="49" charset="-127"/>
                <a:ea typeface="D2Coding" panose="020B0609020101020101" pitchFamily="49" charset="-127"/>
                <a:cs typeface="Consolas" panose="020B0609020204030204" pitchFamily="49" charset="0"/>
              </a:rPr>
              <a:t> 15: </a:t>
            </a:r>
          </a:p>
          <a:p>
            <a:pPr fontAlgn="base">
              <a:lnSpc>
                <a:spcPct val="120000"/>
              </a:lnSpc>
            </a:pPr>
            <a:r>
              <a:rPr lang="en-US" altLang="ko-KR" sz="1400" dirty="0">
                <a:latin typeface="D2Coding" panose="020B0609020101020101" pitchFamily="49" charset="-127"/>
                <a:ea typeface="D2Coding" panose="020B0609020101020101" pitchFamily="49" charset="-127"/>
                <a:cs typeface="Consolas" panose="020B0609020204030204" pitchFamily="49" charset="0"/>
              </a:rPr>
              <a:t> 16:         a:link  { text-decoration: none; color: blue; }</a:t>
            </a:r>
          </a:p>
          <a:p>
            <a:pPr fontAlgn="base">
              <a:lnSpc>
                <a:spcPct val="120000"/>
              </a:lnSpc>
            </a:pPr>
            <a:r>
              <a:rPr lang="en-US" altLang="ko-KR" sz="1400" dirty="0">
                <a:latin typeface="D2Coding" panose="020B0609020101020101" pitchFamily="49" charset="-127"/>
                <a:ea typeface="D2Coding" panose="020B0609020101020101" pitchFamily="49" charset="-127"/>
                <a:cs typeface="Consolas" panose="020B0609020204030204" pitchFamily="49" charset="0"/>
              </a:rPr>
              <a:t> 17:         a:hover { text-decoration: none; color: red;  }</a:t>
            </a:r>
          </a:p>
          <a:p>
            <a:pPr fontAlgn="base">
              <a:lnSpc>
                <a:spcPct val="120000"/>
              </a:lnSpc>
            </a:pPr>
            <a:r>
              <a:rPr lang="en-US" altLang="ko-KR" sz="1400" dirty="0">
                <a:latin typeface="D2Coding" panose="020B0609020101020101" pitchFamily="49" charset="-127"/>
                <a:ea typeface="D2Coding" panose="020B0609020101020101" pitchFamily="49" charset="-127"/>
                <a:cs typeface="Consolas" panose="020B0609020204030204" pitchFamily="49" charset="0"/>
              </a:rPr>
              <a:t> 18:     &lt;/style&gt;    </a:t>
            </a:r>
          </a:p>
          <a:p>
            <a:pPr fontAlgn="base">
              <a:lnSpc>
                <a:spcPct val="120000"/>
              </a:lnSpc>
            </a:pPr>
            <a:r>
              <a:rPr lang="en-US" altLang="ko-KR" sz="1400" dirty="0">
                <a:latin typeface="D2Coding" panose="020B0609020101020101" pitchFamily="49" charset="-127"/>
                <a:ea typeface="D2Coding" panose="020B0609020101020101" pitchFamily="49" charset="-127"/>
                <a:cs typeface="Consolas" panose="020B0609020204030204" pitchFamily="49" charset="0"/>
              </a:rPr>
              <a:t> 19: &lt;/head&gt;</a:t>
            </a:r>
          </a:p>
          <a:p>
            <a:pPr fontAlgn="base">
              <a:lnSpc>
                <a:spcPct val="120000"/>
              </a:lnSpc>
            </a:pPr>
            <a:r>
              <a:rPr lang="en-US" altLang="ko-KR" sz="1400" dirty="0">
                <a:latin typeface="D2Coding" panose="020B0609020101020101" pitchFamily="49" charset="-127"/>
                <a:ea typeface="D2Coding" panose="020B0609020101020101" pitchFamily="49" charset="-127"/>
                <a:cs typeface="Consolas" panose="020B0609020204030204" pitchFamily="49" charset="0"/>
              </a:rPr>
              <a:t> 20: &lt;body&gt;</a:t>
            </a:r>
          </a:p>
          <a:p>
            <a:pPr fontAlgn="base">
              <a:lnSpc>
                <a:spcPct val="120000"/>
              </a:lnSpc>
            </a:pPr>
            <a:r>
              <a:rPr lang="en-US" altLang="ko-KR" sz="1400" dirty="0">
                <a:latin typeface="D2Coding" panose="020B0609020101020101" pitchFamily="49" charset="-127"/>
                <a:ea typeface="D2Coding" panose="020B0609020101020101" pitchFamily="49" charset="-127"/>
                <a:cs typeface="Consolas" panose="020B0609020204030204" pitchFamily="49" charset="0"/>
              </a:rPr>
              <a:t> 21: </a:t>
            </a:r>
          </a:p>
        </p:txBody>
      </p:sp>
      <p:cxnSp>
        <p:nvCxnSpPr>
          <p:cNvPr id="3" name="직선 연결선 2">
            <a:extLst>
              <a:ext uri="{FF2B5EF4-FFF2-40B4-BE49-F238E27FC236}">
                <a16:creationId xmlns:a16="http://schemas.microsoft.com/office/drawing/2014/main" id="{D4C1ED76-E288-90AF-A089-51D5237BEDD8}"/>
              </a:ext>
            </a:extLst>
          </p:cNvPr>
          <p:cNvCxnSpPr>
            <a:cxnSpLocks/>
          </p:cNvCxnSpPr>
          <p:nvPr/>
        </p:nvCxnSpPr>
        <p:spPr>
          <a:xfrm>
            <a:off x="0" y="368660"/>
            <a:ext cx="9144000" cy="6300700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6" name="직선 연결선 5">
            <a:extLst>
              <a:ext uri="{FF2B5EF4-FFF2-40B4-BE49-F238E27FC236}">
                <a16:creationId xmlns:a16="http://schemas.microsoft.com/office/drawing/2014/main" id="{444C4945-DE6C-1072-5AF1-35DD1B6F656C}"/>
              </a:ext>
            </a:extLst>
          </p:cNvPr>
          <p:cNvCxnSpPr>
            <a:cxnSpLocks/>
          </p:cNvCxnSpPr>
          <p:nvPr/>
        </p:nvCxnSpPr>
        <p:spPr>
          <a:xfrm flipH="1">
            <a:off x="0" y="332656"/>
            <a:ext cx="9144000" cy="6336704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236295778"/>
      </p:ext>
    </p:extLst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fontAlgn="base"/>
            <a:r>
              <a:rPr lang="en-US" altLang="ko-KR" dirty="0"/>
              <a:t>7.2 </a:t>
            </a:r>
            <a:r>
              <a:rPr lang="ko-KR" altLang="en-US" dirty="0"/>
              <a:t>웹 하드 프로그램을 위한 테이블 생성과 메인 페이지</a:t>
            </a:r>
          </a:p>
        </p:txBody>
      </p:sp>
      <p:sp>
        <p:nvSpPr>
          <p:cNvPr id="4" name="슬라이드 번호 개체 틀 3"/>
          <p:cNvSpPr>
            <a:spLocks noGrp="1"/>
          </p:cNvSpPr>
          <p:nvPr>
            <p:ph type="sldNum" sz="quarter" idx="4"/>
          </p:nvPr>
        </p:nvSpPr>
        <p:spPr/>
        <p:txBody>
          <a:bodyPr/>
          <a:lstStyle/>
          <a:p>
            <a:fld id="{5AA8C37D-6ADA-49EE-B609-6DB056DA936F}" type="slidenum">
              <a:rPr lang="ko-KR" altLang="en-US" smtClean="0"/>
              <a:pPr/>
              <a:t>20</a:t>
            </a:fld>
            <a:endParaRPr lang="ko-KR" altLang="en-US" dirty="0"/>
          </a:p>
        </p:txBody>
      </p:sp>
      <p:sp>
        <p:nvSpPr>
          <p:cNvPr id="5" name="직사각형 4">
            <a:extLst>
              <a:ext uri="{FF2B5EF4-FFF2-40B4-BE49-F238E27FC236}">
                <a16:creationId xmlns:a16="http://schemas.microsoft.com/office/drawing/2014/main" id="{A543F91A-4A44-48D6-91A7-2A0EAF615EDA}"/>
              </a:ext>
            </a:extLst>
          </p:cNvPr>
          <p:cNvSpPr/>
          <p:nvPr/>
        </p:nvSpPr>
        <p:spPr>
          <a:xfrm>
            <a:off x="905086" y="1000499"/>
            <a:ext cx="7333828" cy="5763181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fontAlgn="base">
              <a:lnSpc>
                <a:spcPct val="120000"/>
              </a:lnSpc>
            </a:pPr>
            <a:r>
              <a:rPr lang="en-US" altLang="ko-KR" sz="1400" dirty="0">
                <a:latin typeface="D2Coding" panose="020B0609020101020101" pitchFamily="49" charset="-127"/>
                <a:ea typeface="D2Coding" panose="020B0609020101020101" pitchFamily="49" charset="-127"/>
                <a:cs typeface="Consolas" panose="020B0609020204030204" pitchFamily="49" charset="0"/>
              </a:rPr>
              <a:t> 22: &lt;form action="</a:t>
            </a:r>
            <a:r>
              <a:rPr lang="en-US" altLang="ko-KR" sz="1400" dirty="0" err="1">
                <a:latin typeface="D2Coding" panose="020B0609020101020101" pitchFamily="49" charset="-127"/>
                <a:ea typeface="D2Coding" panose="020B0609020101020101" pitchFamily="49" charset="-127"/>
                <a:cs typeface="Consolas" panose="020B0609020204030204" pitchFamily="49" charset="0"/>
              </a:rPr>
              <a:t>add_file.jsp</a:t>
            </a:r>
            <a:r>
              <a:rPr lang="en-US" altLang="ko-KR" sz="1400" dirty="0">
                <a:latin typeface="D2Coding" panose="020B0609020101020101" pitchFamily="49" charset="-127"/>
                <a:ea typeface="D2Coding" panose="020B0609020101020101" pitchFamily="49" charset="-127"/>
                <a:cs typeface="Consolas" panose="020B0609020204030204" pitchFamily="49" charset="0"/>
              </a:rPr>
              <a:t>" </a:t>
            </a:r>
            <a:r>
              <a:rPr lang="en-US" altLang="ko-KR" sz="1400" dirty="0" err="1">
                <a:latin typeface="D2Coding" panose="020B0609020101020101" pitchFamily="49" charset="-127"/>
                <a:ea typeface="D2Coding" panose="020B0609020101020101" pitchFamily="49" charset="-127"/>
                <a:cs typeface="Consolas" panose="020B0609020204030204" pitchFamily="49" charset="0"/>
              </a:rPr>
              <a:t>enctype</a:t>
            </a:r>
            <a:r>
              <a:rPr lang="en-US" altLang="ko-KR" sz="1400" dirty="0">
                <a:latin typeface="D2Coding" panose="020B0609020101020101" pitchFamily="49" charset="-127"/>
                <a:ea typeface="D2Coding" panose="020B0609020101020101" pitchFamily="49" charset="-127"/>
                <a:cs typeface="Consolas" panose="020B0609020204030204" pitchFamily="49" charset="0"/>
              </a:rPr>
              <a:t>="multipart/form-data" method="post"&gt;</a:t>
            </a:r>
          </a:p>
          <a:p>
            <a:pPr fontAlgn="base">
              <a:lnSpc>
                <a:spcPct val="120000"/>
              </a:lnSpc>
            </a:pPr>
            <a:r>
              <a:rPr lang="en-US" altLang="ko-KR" sz="1400" dirty="0">
                <a:latin typeface="D2Coding" panose="020B0609020101020101" pitchFamily="49" charset="-127"/>
                <a:ea typeface="D2Coding" panose="020B0609020101020101" pitchFamily="49" charset="-127"/>
                <a:cs typeface="Consolas" panose="020B0609020204030204" pitchFamily="49" charset="0"/>
              </a:rPr>
              <a:t> 23:     </a:t>
            </a:r>
            <a:r>
              <a:rPr lang="ko-KR" altLang="en-US" sz="1400" dirty="0">
                <a:latin typeface="D2Coding" panose="020B0609020101020101" pitchFamily="49" charset="-127"/>
                <a:ea typeface="D2Coding" panose="020B0609020101020101" pitchFamily="49" charset="-127"/>
                <a:cs typeface="Consolas" panose="020B0609020204030204" pitchFamily="49" charset="0"/>
              </a:rPr>
              <a:t>업로드할 파일을 선택하세요</a:t>
            </a:r>
            <a:r>
              <a:rPr lang="en-US" altLang="ko-KR" sz="1400" dirty="0">
                <a:latin typeface="D2Coding" panose="020B0609020101020101" pitchFamily="49" charset="-127"/>
                <a:ea typeface="D2Coding" panose="020B0609020101020101" pitchFamily="49" charset="-127"/>
                <a:cs typeface="Consolas" panose="020B0609020204030204" pitchFamily="49" charset="0"/>
              </a:rPr>
              <a:t>.&lt;</a:t>
            </a:r>
            <a:r>
              <a:rPr lang="en-US" altLang="ko-KR" sz="1400" dirty="0" err="1">
                <a:latin typeface="D2Coding" panose="020B0609020101020101" pitchFamily="49" charset="-127"/>
                <a:ea typeface="D2Coding" panose="020B0609020101020101" pitchFamily="49" charset="-127"/>
                <a:cs typeface="Consolas" panose="020B0609020204030204" pitchFamily="49" charset="0"/>
              </a:rPr>
              <a:t>br</a:t>
            </a:r>
            <a:r>
              <a:rPr lang="en-US" altLang="ko-KR" sz="1400" dirty="0">
                <a:latin typeface="D2Coding" panose="020B0609020101020101" pitchFamily="49" charset="-127"/>
                <a:ea typeface="D2Coding" panose="020B0609020101020101" pitchFamily="49" charset="-127"/>
                <a:cs typeface="Consolas" panose="020B0609020204030204" pitchFamily="49" charset="0"/>
              </a:rPr>
              <a:t>&gt;</a:t>
            </a:r>
          </a:p>
          <a:p>
            <a:pPr fontAlgn="base">
              <a:lnSpc>
                <a:spcPct val="120000"/>
              </a:lnSpc>
            </a:pPr>
            <a:r>
              <a:rPr lang="en-US" altLang="ko-KR" sz="1400" dirty="0">
                <a:latin typeface="D2Coding" panose="020B0609020101020101" pitchFamily="49" charset="-127"/>
                <a:ea typeface="D2Coding" panose="020B0609020101020101" pitchFamily="49" charset="-127"/>
                <a:cs typeface="Consolas" panose="020B0609020204030204" pitchFamily="49" charset="0"/>
              </a:rPr>
              <a:t> 24:     &lt;input type="file" name="upload"&gt;&lt;</a:t>
            </a:r>
            <a:r>
              <a:rPr lang="en-US" altLang="ko-KR" sz="1400" dirty="0" err="1">
                <a:latin typeface="D2Coding" panose="020B0609020101020101" pitchFamily="49" charset="-127"/>
                <a:ea typeface="D2Coding" panose="020B0609020101020101" pitchFamily="49" charset="-127"/>
                <a:cs typeface="Consolas" panose="020B0609020204030204" pitchFamily="49" charset="0"/>
              </a:rPr>
              <a:t>br</a:t>
            </a:r>
            <a:r>
              <a:rPr lang="en-US" altLang="ko-KR" sz="1400" dirty="0">
                <a:latin typeface="D2Coding" panose="020B0609020101020101" pitchFamily="49" charset="-127"/>
                <a:ea typeface="D2Coding" panose="020B0609020101020101" pitchFamily="49" charset="-127"/>
                <a:cs typeface="Consolas" panose="020B0609020204030204" pitchFamily="49" charset="0"/>
              </a:rPr>
              <a:t>&gt;</a:t>
            </a:r>
          </a:p>
          <a:p>
            <a:pPr fontAlgn="base">
              <a:lnSpc>
                <a:spcPct val="120000"/>
              </a:lnSpc>
            </a:pPr>
            <a:r>
              <a:rPr lang="en-US" altLang="ko-KR" sz="1400" dirty="0">
                <a:latin typeface="D2Coding" panose="020B0609020101020101" pitchFamily="49" charset="-127"/>
                <a:ea typeface="D2Coding" panose="020B0609020101020101" pitchFamily="49" charset="-127"/>
                <a:cs typeface="Consolas" panose="020B0609020204030204" pitchFamily="49" charset="0"/>
              </a:rPr>
              <a:t> 25:     &lt;input type="submit" value="</a:t>
            </a:r>
            <a:r>
              <a:rPr lang="ko-KR" altLang="en-US" sz="1400" dirty="0">
                <a:latin typeface="D2Coding" panose="020B0609020101020101" pitchFamily="49" charset="-127"/>
                <a:ea typeface="D2Coding" panose="020B0609020101020101" pitchFamily="49" charset="-127"/>
                <a:cs typeface="Consolas" panose="020B0609020204030204" pitchFamily="49" charset="0"/>
              </a:rPr>
              <a:t>업로드</a:t>
            </a:r>
            <a:r>
              <a:rPr lang="en-US" altLang="ko-KR" sz="1400" dirty="0">
                <a:latin typeface="D2Coding" panose="020B0609020101020101" pitchFamily="49" charset="-127"/>
                <a:ea typeface="D2Coding" panose="020B0609020101020101" pitchFamily="49" charset="-127"/>
                <a:cs typeface="Consolas" panose="020B0609020204030204" pitchFamily="49" charset="0"/>
              </a:rPr>
              <a:t>"&gt;</a:t>
            </a:r>
          </a:p>
          <a:p>
            <a:pPr fontAlgn="base">
              <a:lnSpc>
                <a:spcPct val="120000"/>
              </a:lnSpc>
            </a:pPr>
            <a:r>
              <a:rPr lang="en-US" altLang="ko-KR" sz="1400" dirty="0">
                <a:latin typeface="D2Coding" panose="020B0609020101020101" pitchFamily="49" charset="-127"/>
                <a:ea typeface="D2Coding" panose="020B0609020101020101" pitchFamily="49" charset="-127"/>
                <a:cs typeface="Consolas" panose="020B0609020204030204" pitchFamily="49" charset="0"/>
              </a:rPr>
              <a:t> 26: &lt;/form&gt;</a:t>
            </a:r>
          </a:p>
          <a:p>
            <a:pPr fontAlgn="base">
              <a:lnSpc>
                <a:spcPct val="120000"/>
              </a:lnSpc>
            </a:pPr>
            <a:r>
              <a:rPr lang="en-US" altLang="ko-KR" sz="1400" dirty="0">
                <a:latin typeface="D2Coding" panose="020B0609020101020101" pitchFamily="49" charset="-127"/>
                <a:ea typeface="D2Coding" panose="020B0609020101020101" pitchFamily="49" charset="-127"/>
                <a:cs typeface="Consolas" panose="020B0609020204030204" pitchFamily="49" charset="0"/>
              </a:rPr>
              <a:t> 27: &lt;</a:t>
            </a:r>
            <a:r>
              <a:rPr lang="en-US" altLang="ko-KR" sz="1400" dirty="0" err="1">
                <a:latin typeface="D2Coding" panose="020B0609020101020101" pitchFamily="49" charset="-127"/>
                <a:ea typeface="D2Coding" panose="020B0609020101020101" pitchFamily="49" charset="-127"/>
                <a:cs typeface="Consolas" panose="020B0609020204030204" pitchFamily="49" charset="0"/>
              </a:rPr>
              <a:t>br</a:t>
            </a:r>
            <a:r>
              <a:rPr lang="en-US" altLang="ko-KR" sz="1400" dirty="0">
                <a:latin typeface="D2Coding" panose="020B0609020101020101" pitchFamily="49" charset="-127"/>
                <a:ea typeface="D2Coding" panose="020B0609020101020101" pitchFamily="49" charset="-127"/>
                <a:cs typeface="Consolas" panose="020B0609020204030204" pitchFamily="49" charset="0"/>
              </a:rPr>
              <a:t>&gt;</a:t>
            </a:r>
          </a:p>
          <a:p>
            <a:pPr fontAlgn="base">
              <a:lnSpc>
                <a:spcPct val="120000"/>
              </a:lnSpc>
            </a:pPr>
            <a:r>
              <a:rPr lang="en-US" altLang="ko-KR" sz="1400" dirty="0">
                <a:latin typeface="D2Coding" panose="020B0609020101020101" pitchFamily="49" charset="-127"/>
                <a:ea typeface="D2Coding" panose="020B0609020101020101" pitchFamily="49" charset="-127"/>
                <a:cs typeface="Consolas" panose="020B0609020204030204" pitchFamily="49" charset="0"/>
              </a:rPr>
              <a:t> 28: </a:t>
            </a:r>
          </a:p>
          <a:p>
            <a:pPr fontAlgn="base">
              <a:lnSpc>
                <a:spcPct val="120000"/>
              </a:lnSpc>
            </a:pPr>
            <a:r>
              <a:rPr lang="en-US" altLang="ko-KR" sz="1400" dirty="0">
                <a:latin typeface="D2Coding" panose="020B0609020101020101" pitchFamily="49" charset="-127"/>
                <a:ea typeface="D2Coding" panose="020B0609020101020101" pitchFamily="49" charset="-127"/>
                <a:cs typeface="Consolas" panose="020B0609020204030204" pitchFamily="49" charset="0"/>
              </a:rPr>
              <a:t> 29: &lt;table&gt;</a:t>
            </a:r>
          </a:p>
          <a:p>
            <a:pPr fontAlgn="base">
              <a:lnSpc>
                <a:spcPct val="120000"/>
              </a:lnSpc>
            </a:pPr>
            <a:r>
              <a:rPr lang="en-US" altLang="ko-KR" sz="1400" dirty="0">
                <a:latin typeface="D2Coding" panose="020B0609020101020101" pitchFamily="49" charset="-127"/>
                <a:ea typeface="D2Coding" panose="020B0609020101020101" pitchFamily="49" charset="-127"/>
                <a:cs typeface="Consolas" panose="020B0609020204030204" pitchFamily="49" charset="0"/>
              </a:rPr>
              <a:t> 30:     &lt;</a:t>
            </a:r>
            <a:r>
              <a:rPr lang="en-US" altLang="ko-KR" sz="1400" dirty="0" err="1">
                <a:latin typeface="D2Coding" panose="020B0609020101020101" pitchFamily="49" charset="-127"/>
                <a:ea typeface="D2Coding" panose="020B0609020101020101" pitchFamily="49" charset="-127"/>
                <a:cs typeface="Consolas" panose="020B0609020204030204" pitchFamily="49" charset="0"/>
              </a:rPr>
              <a:t>tr</a:t>
            </a:r>
            <a:r>
              <a:rPr lang="en-US" altLang="ko-KR" sz="1400" dirty="0">
                <a:latin typeface="D2Coding" panose="020B0609020101020101" pitchFamily="49" charset="-127"/>
                <a:ea typeface="D2Coding" panose="020B0609020101020101" pitchFamily="49" charset="-127"/>
                <a:cs typeface="Consolas" panose="020B0609020204030204" pitchFamily="49" charset="0"/>
              </a:rPr>
              <a:t>&gt;</a:t>
            </a:r>
          </a:p>
          <a:p>
            <a:pPr fontAlgn="base">
              <a:lnSpc>
                <a:spcPct val="120000"/>
              </a:lnSpc>
            </a:pPr>
            <a:r>
              <a:rPr lang="en-US" altLang="ko-KR" sz="1400" dirty="0">
                <a:latin typeface="D2Coding" panose="020B0609020101020101" pitchFamily="49" charset="-127"/>
                <a:ea typeface="D2Coding" panose="020B0609020101020101" pitchFamily="49" charset="-127"/>
                <a:cs typeface="Consolas" panose="020B0609020204030204" pitchFamily="49" charset="0"/>
              </a:rPr>
              <a:t> 31:         &lt;</a:t>
            </a:r>
            <a:r>
              <a:rPr lang="en-US" altLang="ko-KR" sz="1400" dirty="0" err="1">
                <a:latin typeface="D2Coding" panose="020B0609020101020101" pitchFamily="49" charset="-127"/>
                <a:ea typeface="D2Coding" panose="020B0609020101020101" pitchFamily="49" charset="-127"/>
                <a:cs typeface="Consolas" panose="020B0609020204030204" pitchFamily="49" charset="0"/>
              </a:rPr>
              <a:t>th</a:t>
            </a:r>
            <a:r>
              <a:rPr lang="en-US" altLang="ko-KR" sz="1400" dirty="0">
                <a:latin typeface="D2Coding" panose="020B0609020101020101" pitchFamily="49" charset="-127"/>
                <a:ea typeface="D2Coding" panose="020B0609020101020101" pitchFamily="49" charset="-127"/>
                <a:cs typeface="Consolas" panose="020B0609020204030204" pitchFamily="49" charset="0"/>
              </a:rPr>
              <a:t>&gt;</a:t>
            </a:r>
            <a:r>
              <a:rPr lang="ko-KR" altLang="en-US" sz="1400" dirty="0">
                <a:latin typeface="D2Coding" panose="020B0609020101020101" pitchFamily="49" charset="-127"/>
                <a:ea typeface="D2Coding" panose="020B0609020101020101" pitchFamily="49" charset="-127"/>
                <a:cs typeface="Consolas" panose="020B0609020204030204" pitchFamily="49" charset="0"/>
              </a:rPr>
              <a:t>파일명     </a:t>
            </a:r>
            <a:r>
              <a:rPr lang="en-US" altLang="ko-KR" sz="1400" dirty="0">
                <a:latin typeface="D2Coding" panose="020B0609020101020101" pitchFamily="49" charset="-127"/>
                <a:ea typeface="D2Coding" panose="020B0609020101020101" pitchFamily="49" charset="-127"/>
                <a:cs typeface="Consolas" panose="020B0609020204030204" pitchFamily="49" charset="0"/>
              </a:rPr>
              <a:t>&lt;/</a:t>
            </a:r>
            <a:r>
              <a:rPr lang="en-US" altLang="ko-KR" sz="1400" dirty="0" err="1">
                <a:latin typeface="D2Coding" panose="020B0609020101020101" pitchFamily="49" charset="-127"/>
                <a:ea typeface="D2Coding" panose="020B0609020101020101" pitchFamily="49" charset="-127"/>
                <a:cs typeface="Consolas" panose="020B0609020204030204" pitchFamily="49" charset="0"/>
              </a:rPr>
              <a:t>th</a:t>
            </a:r>
            <a:r>
              <a:rPr lang="en-US" altLang="ko-KR" sz="1400" dirty="0">
                <a:latin typeface="D2Coding" panose="020B0609020101020101" pitchFamily="49" charset="-127"/>
                <a:ea typeface="D2Coding" panose="020B0609020101020101" pitchFamily="49" charset="-127"/>
                <a:cs typeface="Consolas" panose="020B0609020204030204" pitchFamily="49" charset="0"/>
              </a:rPr>
              <a:t>&gt;</a:t>
            </a:r>
          </a:p>
          <a:p>
            <a:pPr fontAlgn="base">
              <a:lnSpc>
                <a:spcPct val="120000"/>
              </a:lnSpc>
            </a:pPr>
            <a:r>
              <a:rPr lang="en-US" altLang="ko-KR" sz="1400" dirty="0">
                <a:latin typeface="D2Coding" panose="020B0609020101020101" pitchFamily="49" charset="-127"/>
                <a:ea typeface="D2Coding" panose="020B0609020101020101" pitchFamily="49" charset="-127"/>
                <a:cs typeface="Consolas" panose="020B0609020204030204" pitchFamily="49" charset="0"/>
              </a:rPr>
              <a:t> 32:         &lt;</a:t>
            </a:r>
            <a:r>
              <a:rPr lang="en-US" altLang="ko-KR" sz="1400" dirty="0" err="1">
                <a:latin typeface="D2Coding" panose="020B0609020101020101" pitchFamily="49" charset="-127"/>
                <a:ea typeface="D2Coding" panose="020B0609020101020101" pitchFamily="49" charset="-127"/>
                <a:cs typeface="Consolas" panose="020B0609020204030204" pitchFamily="49" charset="0"/>
              </a:rPr>
              <a:t>th</a:t>
            </a:r>
            <a:r>
              <a:rPr lang="en-US" altLang="ko-KR" sz="1400" dirty="0">
                <a:latin typeface="D2Coding" panose="020B0609020101020101" pitchFamily="49" charset="-127"/>
                <a:ea typeface="D2Coding" panose="020B0609020101020101" pitchFamily="49" charset="-127"/>
                <a:cs typeface="Consolas" panose="020B0609020204030204" pitchFamily="49" charset="0"/>
              </a:rPr>
              <a:t>&gt;</a:t>
            </a:r>
            <a:r>
              <a:rPr lang="ko-KR" altLang="en-US" sz="1400" dirty="0">
                <a:latin typeface="D2Coding" panose="020B0609020101020101" pitchFamily="49" charset="-127"/>
                <a:ea typeface="D2Coding" panose="020B0609020101020101" pitchFamily="49" charset="-127"/>
                <a:cs typeface="Consolas" panose="020B0609020204030204" pitchFamily="49" charset="0"/>
              </a:rPr>
              <a:t>업로드 시간</a:t>
            </a:r>
            <a:r>
              <a:rPr lang="en-US" altLang="ko-KR" sz="1400" dirty="0">
                <a:latin typeface="D2Coding" panose="020B0609020101020101" pitchFamily="49" charset="-127"/>
                <a:ea typeface="D2Coding" panose="020B0609020101020101" pitchFamily="49" charset="-127"/>
                <a:cs typeface="Consolas" panose="020B0609020204030204" pitchFamily="49" charset="0"/>
              </a:rPr>
              <a:t>&lt;/</a:t>
            </a:r>
            <a:r>
              <a:rPr lang="en-US" altLang="ko-KR" sz="1400" dirty="0" err="1">
                <a:latin typeface="D2Coding" panose="020B0609020101020101" pitchFamily="49" charset="-127"/>
                <a:ea typeface="D2Coding" panose="020B0609020101020101" pitchFamily="49" charset="-127"/>
                <a:cs typeface="Consolas" panose="020B0609020204030204" pitchFamily="49" charset="0"/>
              </a:rPr>
              <a:t>th</a:t>
            </a:r>
            <a:r>
              <a:rPr lang="en-US" altLang="ko-KR" sz="1400" dirty="0">
                <a:latin typeface="D2Coding" panose="020B0609020101020101" pitchFamily="49" charset="-127"/>
                <a:ea typeface="D2Coding" panose="020B0609020101020101" pitchFamily="49" charset="-127"/>
                <a:cs typeface="Consolas" panose="020B0609020204030204" pitchFamily="49" charset="0"/>
              </a:rPr>
              <a:t>&gt;</a:t>
            </a:r>
          </a:p>
          <a:p>
            <a:pPr fontAlgn="base">
              <a:lnSpc>
                <a:spcPct val="120000"/>
              </a:lnSpc>
            </a:pPr>
            <a:r>
              <a:rPr lang="en-US" altLang="ko-KR" sz="1400" dirty="0">
                <a:latin typeface="D2Coding" panose="020B0609020101020101" pitchFamily="49" charset="-127"/>
                <a:ea typeface="D2Coding" panose="020B0609020101020101" pitchFamily="49" charset="-127"/>
                <a:cs typeface="Consolas" panose="020B0609020204030204" pitchFamily="49" charset="0"/>
              </a:rPr>
              <a:t> 33:         &lt;</a:t>
            </a:r>
            <a:r>
              <a:rPr lang="en-US" altLang="ko-KR" sz="1400" dirty="0" err="1">
                <a:latin typeface="D2Coding" panose="020B0609020101020101" pitchFamily="49" charset="-127"/>
                <a:ea typeface="D2Coding" panose="020B0609020101020101" pitchFamily="49" charset="-127"/>
                <a:cs typeface="Consolas" panose="020B0609020204030204" pitchFamily="49" charset="0"/>
              </a:rPr>
              <a:t>th</a:t>
            </a:r>
            <a:r>
              <a:rPr lang="en-US" altLang="ko-KR" sz="1400" dirty="0">
                <a:latin typeface="D2Coding" panose="020B0609020101020101" pitchFamily="49" charset="-127"/>
                <a:ea typeface="D2Coding" panose="020B0609020101020101" pitchFamily="49" charset="-127"/>
                <a:cs typeface="Consolas" panose="020B0609020204030204" pitchFamily="49" charset="0"/>
              </a:rPr>
              <a:t>&gt;</a:t>
            </a:r>
            <a:r>
              <a:rPr lang="ko-KR" altLang="en-US" sz="1400" dirty="0">
                <a:latin typeface="D2Coding" panose="020B0609020101020101" pitchFamily="49" charset="-127"/>
                <a:ea typeface="D2Coding" panose="020B0609020101020101" pitchFamily="49" charset="-127"/>
                <a:cs typeface="Consolas" panose="020B0609020204030204" pitchFamily="49" charset="0"/>
              </a:rPr>
              <a:t>크기       </a:t>
            </a:r>
            <a:r>
              <a:rPr lang="en-US" altLang="ko-KR" sz="1400" dirty="0">
                <a:latin typeface="D2Coding" panose="020B0609020101020101" pitchFamily="49" charset="-127"/>
                <a:ea typeface="D2Coding" panose="020B0609020101020101" pitchFamily="49" charset="-127"/>
                <a:cs typeface="Consolas" panose="020B0609020204030204" pitchFamily="49" charset="0"/>
              </a:rPr>
              <a:t>&lt;/</a:t>
            </a:r>
            <a:r>
              <a:rPr lang="en-US" altLang="ko-KR" sz="1400" dirty="0" err="1">
                <a:latin typeface="D2Coding" panose="020B0609020101020101" pitchFamily="49" charset="-127"/>
                <a:ea typeface="D2Coding" panose="020B0609020101020101" pitchFamily="49" charset="-127"/>
                <a:cs typeface="Consolas" panose="020B0609020204030204" pitchFamily="49" charset="0"/>
              </a:rPr>
              <a:t>th</a:t>
            </a:r>
            <a:r>
              <a:rPr lang="en-US" altLang="ko-KR" sz="1400" dirty="0">
                <a:latin typeface="D2Coding" panose="020B0609020101020101" pitchFamily="49" charset="-127"/>
                <a:ea typeface="D2Coding" panose="020B0609020101020101" pitchFamily="49" charset="-127"/>
                <a:cs typeface="Consolas" panose="020B0609020204030204" pitchFamily="49" charset="0"/>
              </a:rPr>
              <a:t>&gt;</a:t>
            </a:r>
          </a:p>
          <a:p>
            <a:pPr fontAlgn="base">
              <a:lnSpc>
                <a:spcPct val="120000"/>
              </a:lnSpc>
            </a:pPr>
            <a:r>
              <a:rPr lang="en-US" altLang="ko-KR" sz="1400" dirty="0">
                <a:latin typeface="D2Coding" panose="020B0609020101020101" pitchFamily="49" charset="-127"/>
                <a:ea typeface="D2Coding" panose="020B0609020101020101" pitchFamily="49" charset="-127"/>
                <a:cs typeface="Consolas" panose="020B0609020204030204" pitchFamily="49" charset="0"/>
              </a:rPr>
              <a:t> 34:         &lt;</a:t>
            </a:r>
            <a:r>
              <a:rPr lang="en-US" altLang="ko-KR" sz="1400" dirty="0" err="1">
                <a:latin typeface="D2Coding" panose="020B0609020101020101" pitchFamily="49" charset="-127"/>
                <a:ea typeface="D2Coding" panose="020B0609020101020101" pitchFamily="49" charset="-127"/>
                <a:cs typeface="Consolas" panose="020B0609020204030204" pitchFamily="49" charset="0"/>
              </a:rPr>
              <a:t>th</a:t>
            </a:r>
            <a:r>
              <a:rPr lang="en-US" altLang="ko-KR" sz="1400" dirty="0">
                <a:latin typeface="D2Coding" panose="020B0609020101020101" pitchFamily="49" charset="-127"/>
                <a:ea typeface="D2Coding" panose="020B0609020101020101" pitchFamily="49" charset="-127"/>
                <a:cs typeface="Consolas" panose="020B0609020204030204" pitchFamily="49" charset="0"/>
              </a:rPr>
              <a:t>&gt;</a:t>
            </a:r>
            <a:r>
              <a:rPr lang="ko-KR" altLang="en-US" sz="1400" dirty="0">
                <a:latin typeface="D2Coding" panose="020B0609020101020101" pitchFamily="49" charset="-127"/>
                <a:ea typeface="D2Coding" panose="020B0609020101020101" pitchFamily="49" charset="-127"/>
                <a:cs typeface="Consolas" panose="020B0609020204030204" pitchFamily="49" charset="0"/>
              </a:rPr>
              <a:t>삭제       </a:t>
            </a:r>
            <a:r>
              <a:rPr lang="en-US" altLang="ko-KR" sz="1400" dirty="0">
                <a:latin typeface="D2Coding" panose="020B0609020101020101" pitchFamily="49" charset="-127"/>
                <a:ea typeface="D2Coding" panose="020B0609020101020101" pitchFamily="49" charset="-127"/>
                <a:cs typeface="Consolas" panose="020B0609020204030204" pitchFamily="49" charset="0"/>
              </a:rPr>
              <a:t>&lt;/</a:t>
            </a:r>
            <a:r>
              <a:rPr lang="en-US" altLang="ko-KR" sz="1400" dirty="0" err="1">
                <a:latin typeface="D2Coding" panose="020B0609020101020101" pitchFamily="49" charset="-127"/>
                <a:ea typeface="D2Coding" panose="020B0609020101020101" pitchFamily="49" charset="-127"/>
                <a:cs typeface="Consolas" panose="020B0609020204030204" pitchFamily="49" charset="0"/>
              </a:rPr>
              <a:t>th</a:t>
            </a:r>
            <a:r>
              <a:rPr lang="en-US" altLang="ko-KR" sz="1400" dirty="0">
                <a:latin typeface="D2Coding" panose="020B0609020101020101" pitchFamily="49" charset="-127"/>
                <a:ea typeface="D2Coding" panose="020B0609020101020101" pitchFamily="49" charset="-127"/>
                <a:cs typeface="Consolas" panose="020B0609020204030204" pitchFamily="49" charset="0"/>
              </a:rPr>
              <a:t>&gt;</a:t>
            </a:r>
          </a:p>
          <a:p>
            <a:pPr fontAlgn="base">
              <a:lnSpc>
                <a:spcPct val="120000"/>
              </a:lnSpc>
            </a:pPr>
            <a:r>
              <a:rPr lang="en-US" altLang="ko-KR" sz="1400" dirty="0">
                <a:latin typeface="D2Coding" panose="020B0609020101020101" pitchFamily="49" charset="-127"/>
                <a:ea typeface="D2Coding" panose="020B0609020101020101" pitchFamily="49" charset="-127"/>
                <a:cs typeface="Consolas" panose="020B0609020204030204" pitchFamily="49" charset="0"/>
              </a:rPr>
              <a:t> 35:     &lt;/</a:t>
            </a:r>
            <a:r>
              <a:rPr lang="en-US" altLang="ko-KR" sz="1400" dirty="0" err="1">
                <a:latin typeface="D2Coding" panose="020B0609020101020101" pitchFamily="49" charset="-127"/>
                <a:ea typeface="D2Coding" panose="020B0609020101020101" pitchFamily="49" charset="-127"/>
                <a:cs typeface="Consolas" panose="020B0609020204030204" pitchFamily="49" charset="0"/>
              </a:rPr>
              <a:t>tr</a:t>
            </a:r>
            <a:r>
              <a:rPr lang="en-US" altLang="ko-KR" sz="1400" dirty="0">
                <a:latin typeface="D2Coding" panose="020B0609020101020101" pitchFamily="49" charset="-127"/>
                <a:ea typeface="D2Coding" panose="020B0609020101020101" pitchFamily="49" charset="-127"/>
                <a:cs typeface="Consolas" panose="020B0609020204030204" pitchFamily="49" charset="0"/>
              </a:rPr>
              <a:t>&gt;</a:t>
            </a:r>
          </a:p>
          <a:p>
            <a:pPr fontAlgn="base">
              <a:lnSpc>
                <a:spcPct val="120000"/>
              </a:lnSpc>
            </a:pPr>
            <a:r>
              <a:rPr lang="en-US" altLang="ko-KR" sz="1400" dirty="0">
                <a:latin typeface="D2Coding" panose="020B0609020101020101" pitchFamily="49" charset="-127"/>
                <a:ea typeface="D2Coding" panose="020B0609020101020101" pitchFamily="49" charset="-127"/>
                <a:cs typeface="Consolas" panose="020B0609020204030204" pitchFamily="49" charset="0"/>
              </a:rPr>
              <a:t> 36:     </a:t>
            </a:r>
          </a:p>
          <a:p>
            <a:pPr fontAlgn="base">
              <a:lnSpc>
                <a:spcPct val="120000"/>
              </a:lnSpc>
            </a:pPr>
            <a:r>
              <a:rPr lang="en-US" altLang="ko-KR" sz="1400" dirty="0">
                <a:latin typeface="D2Coding" panose="020B0609020101020101" pitchFamily="49" charset="-127"/>
                <a:ea typeface="D2Coding" panose="020B0609020101020101" pitchFamily="49" charset="-127"/>
                <a:cs typeface="Consolas" panose="020B0609020204030204" pitchFamily="49" charset="0"/>
              </a:rPr>
              <a:t> 37: &lt;%    </a:t>
            </a:r>
          </a:p>
          <a:p>
            <a:pPr fontAlgn="base">
              <a:lnSpc>
                <a:spcPct val="120000"/>
              </a:lnSpc>
            </a:pPr>
            <a:r>
              <a:rPr lang="en-US" altLang="ko-KR" sz="1400" dirty="0">
                <a:latin typeface="D2Coding" panose="020B0609020101020101" pitchFamily="49" charset="-127"/>
                <a:ea typeface="D2Coding" panose="020B0609020101020101" pitchFamily="49" charset="-127"/>
                <a:cs typeface="Consolas" panose="020B0609020204030204" pitchFamily="49" charset="0"/>
              </a:rPr>
              <a:t> 38:     </a:t>
            </a:r>
            <a:r>
              <a:rPr lang="en-US" altLang="ko-KR" sz="1400" dirty="0" err="1">
                <a:latin typeface="D2Coding" panose="020B0609020101020101" pitchFamily="49" charset="-127"/>
                <a:ea typeface="D2Coding" panose="020B0609020101020101" pitchFamily="49" charset="-127"/>
                <a:cs typeface="Consolas" panose="020B0609020204030204" pitchFamily="49" charset="0"/>
              </a:rPr>
              <a:t>Class.forName</a:t>
            </a:r>
            <a:r>
              <a:rPr lang="en-US" altLang="ko-KR" sz="1400" dirty="0">
                <a:latin typeface="D2Coding" panose="020B0609020101020101" pitchFamily="49" charset="-127"/>
                <a:ea typeface="D2Coding" panose="020B0609020101020101" pitchFamily="49" charset="-127"/>
                <a:cs typeface="Consolas" panose="020B0609020204030204" pitchFamily="49" charset="0"/>
              </a:rPr>
              <a:t>("</a:t>
            </a:r>
            <a:r>
              <a:rPr lang="en-US" altLang="ko-KR" sz="1400" dirty="0" err="1">
                <a:latin typeface="D2Coding" panose="020B0609020101020101" pitchFamily="49" charset="-127"/>
                <a:ea typeface="D2Coding" panose="020B0609020101020101" pitchFamily="49" charset="-127"/>
                <a:cs typeface="Consolas" panose="020B0609020204030204" pitchFamily="49" charset="0"/>
              </a:rPr>
              <a:t>org.mariadb.jdbc.Driver</a:t>
            </a:r>
            <a:r>
              <a:rPr lang="en-US" altLang="ko-KR" sz="1400" dirty="0">
                <a:latin typeface="D2Coding" panose="020B0609020101020101" pitchFamily="49" charset="-127"/>
                <a:ea typeface="D2Coding" panose="020B0609020101020101" pitchFamily="49" charset="-127"/>
                <a:cs typeface="Consolas" panose="020B0609020204030204" pitchFamily="49" charset="0"/>
              </a:rPr>
              <a:t>");</a:t>
            </a:r>
          </a:p>
          <a:p>
            <a:pPr fontAlgn="base">
              <a:lnSpc>
                <a:spcPct val="120000"/>
              </a:lnSpc>
            </a:pPr>
            <a:r>
              <a:rPr lang="en-US" altLang="ko-KR" sz="1400" dirty="0">
                <a:latin typeface="D2Coding" panose="020B0609020101020101" pitchFamily="49" charset="-127"/>
                <a:ea typeface="D2Coding" panose="020B0609020101020101" pitchFamily="49" charset="-127"/>
                <a:cs typeface="Consolas" panose="020B0609020204030204" pitchFamily="49" charset="0"/>
              </a:rPr>
              <a:t> 39:     try ( </a:t>
            </a:r>
          </a:p>
          <a:p>
            <a:pPr fontAlgn="base">
              <a:lnSpc>
                <a:spcPct val="120000"/>
              </a:lnSpc>
            </a:pPr>
            <a:r>
              <a:rPr lang="en-US" altLang="ko-KR" sz="1400" dirty="0">
                <a:latin typeface="D2Coding" panose="020B0609020101020101" pitchFamily="49" charset="-127"/>
                <a:ea typeface="D2Coding" panose="020B0609020101020101" pitchFamily="49" charset="-127"/>
                <a:cs typeface="Consolas" panose="020B0609020204030204" pitchFamily="49" charset="0"/>
              </a:rPr>
              <a:t> 40:         Connection conn = </a:t>
            </a:r>
            <a:r>
              <a:rPr lang="en-US" altLang="ko-KR" sz="1400" dirty="0" err="1">
                <a:latin typeface="D2Coding" panose="020B0609020101020101" pitchFamily="49" charset="-127"/>
                <a:ea typeface="D2Coding" panose="020B0609020101020101" pitchFamily="49" charset="-127"/>
                <a:cs typeface="Consolas" panose="020B0609020204030204" pitchFamily="49" charset="0"/>
              </a:rPr>
              <a:t>DriverManager.getConnection</a:t>
            </a:r>
            <a:r>
              <a:rPr lang="en-US" altLang="ko-KR" sz="1400" dirty="0">
                <a:latin typeface="D2Coding" panose="020B0609020101020101" pitchFamily="49" charset="-127"/>
                <a:ea typeface="D2Coding" panose="020B0609020101020101" pitchFamily="49" charset="-127"/>
                <a:cs typeface="Consolas" panose="020B0609020204030204" pitchFamily="49" charset="0"/>
              </a:rPr>
              <a:t>(</a:t>
            </a:r>
          </a:p>
          <a:p>
            <a:pPr fontAlgn="base">
              <a:lnSpc>
                <a:spcPct val="120000"/>
              </a:lnSpc>
            </a:pPr>
            <a:r>
              <a:rPr lang="en-US" altLang="ko-KR" sz="1400" dirty="0">
                <a:latin typeface="D2Coding" panose="020B0609020101020101" pitchFamily="49" charset="-127"/>
                <a:ea typeface="D2Coding" panose="020B0609020101020101" pitchFamily="49" charset="-127"/>
                <a:cs typeface="Consolas" panose="020B0609020204030204" pitchFamily="49" charset="0"/>
              </a:rPr>
              <a:t> 41:                 "</a:t>
            </a:r>
            <a:r>
              <a:rPr lang="en-US" altLang="ko-KR" sz="1400" dirty="0" err="1">
                <a:latin typeface="D2Coding" panose="020B0609020101020101" pitchFamily="49" charset="-127"/>
                <a:ea typeface="D2Coding" panose="020B0609020101020101" pitchFamily="49" charset="-127"/>
                <a:cs typeface="Consolas" panose="020B0609020204030204" pitchFamily="49" charset="0"/>
              </a:rPr>
              <a:t>jdbc:mariadb</a:t>
            </a:r>
            <a:r>
              <a:rPr lang="en-US" altLang="ko-KR" sz="1400" dirty="0">
                <a:latin typeface="D2Coding" panose="020B0609020101020101" pitchFamily="49" charset="-127"/>
                <a:ea typeface="D2Coding" panose="020B0609020101020101" pitchFamily="49" charset="-127"/>
                <a:cs typeface="Consolas" panose="020B0609020204030204" pitchFamily="49" charset="0"/>
              </a:rPr>
              <a:t>://localhost:3308/</a:t>
            </a:r>
            <a:r>
              <a:rPr lang="en-US" altLang="ko-KR" sz="1400" dirty="0" err="1">
                <a:latin typeface="D2Coding" panose="020B0609020101020101" pitchFamily="49" charset="-127"/>
                <a:ea typeface="D2Coding" panose="020B0609020101020101" pitchFamily="49" charset="-127"/>
                <a:cs typeface="Consolas" panose="020B0609020204030204" pitchFamily="49" charset="0"/>
              </a:rPr>
              <a:t>jspdb</a:t>
            </a:r>
            <a:r>
              <a:rPr lang="en-US" altLang="ko-KR" sz="1400" dirty="0">
                <a:latin typeface="D2Coding" panose="020B0609020101020101" pitchFamily="49" charset="-127"/>
                <a:ea typeface="D2Coding" panose="020B0609020101020101" pitchFamily="49" charset="-127"/>
                <a:cs typeface="Consolas" panose="020B0609020204030204" pitchFamily="49" charset="0"/>
              </a:rPr>
              <a:t>", "</a:t>
            </a:r>
            <a:r>
              <a:rPr lang="en-US" altLang="ko-KR" sz="1400" dirty="0" err="1">
                <a:latin typeface="D2Coding" panose="020B0609020101020101" pitchFamily="49" charset="-127"/>
                <a:ea typeface="D2Coding" panose="020B0609020101020101" pitchFamily="49" charset="-127"/>
                <a:cs typeface="Consolas" panose="020B0609020204030204" pitchFamily="49" charset="0"/>
              </a:rPr>
              <a:t>jsp</a:t>
            </a:r>
            <a:r>
              <a:rPr lang="en-US" altLang="ko-KR" sz="1400" dirty="0">
                <a:latin typeface="D2Coding" panose="020B0609020101020101" pitchFamily="49" charset="-127"/>
                <a:ea typeface="D2Coding" panose="020B0609020101020101" pitchFamily="49" charset="-127"/>
                <a:cs typeface="Consolas" panose="020B0609020204030204" pitchFamily="49" charset="0"/>
              </a:rPr>
              <a:t>", "1234");</a:t>
            </a:r>
          </a:p>
          <a:p>
            <a:pPr fontAlgn="base">
              <a:lnSpc>
                <a:spcPct val="120000"/>
              </a:lnSpc>
            </a:pPr>
            <a:r>
              <a:rPr lang="en-US" altLang="ko-KR" sz="1400" dirty="0">
                <a:latin typeface="D2Coding" panose="020B0609020101020101" pitchFamily="49" charset="-127"/>
                <a:ea typeface="D2Coding" panose="020B0609020101020101" pitchFamily="49" charset="-127"/>
                <a:cs typeface="Consolas" panose="020B0609020204030204" pitchFamily="49" charset="0"/>
              </a:rPr>
              <a:t> 42:         Statement </a:t>
            </a:r>
            <a:r>
              <a:rPr lang="en-US" altLang="ko-KR" sz="1400" dirty="0" err="1">
                <a:latin typeface="D2Coding" panose="020B0609020101020101" pitchFamily="49" charset="-127"/>
                <a:ea typeface="D2Coding" panose="020B0609020101020101" pitchFamily="49" charset="-127"/>
                <a:cs typeface="Consolas" panose="020B0609020204030204" pitchFamily="49" charset="0"/>
              </a:rPr>
              <a:t>stmt</a:t>
            </a:r>
            <a:r>
              <a:rPr lang="en-US" altLang="ko-KR" sz="1400" dirty="0">
                <a:latin typeface="D2Coding" panose="020B0609020101020101" pitchFamily="49" charset="-127"/>
                <a:ea typeface="D2Coding" panose="020B0609020101020101" pitchFamily="49" charset="-127"/>
                <a:cs typeface="Consolas" panose="020B0609020204030204" pitchFamily="49" charset="0"/>
              </a:rPr>
              <a:t> = </a:t>
            </a:r>
            <a:r>
              <a:rPr lang="en-US" altLang="ko-KR" sz="1400" dirty="0" err="1">
                <a:latin typeface="D2Coding" panose="020B0609020101020101" pitchFamily="49" charset="-127"/>
                <a:ea typeface="D2Coding" panose="020B0609020101020101" pitchFamily="49" charset="-127"/>
                <a:cs typeface="Consolas" panose="020B0609020204030204" pitchFamily="49" charset="0"/>
              </a:rPr>
              <a:t>conn.createStatement</a:t>
            </a:r>
            <a:r>
              <a:rPr lang="en-US" altLang="ko-KR" sz="1400" dirty="0">
                <a:latin typeface="D2Coding" panose="020B0609020101020101" pitchFamily="49" charset="-127"/>
                <a:ea typeface="D2Coding" panose="020B0609020101020101" pitchFamily="49" charset="-127"/>
                <a:cs typeface="Consolas" panose="020B0609020204030204" pitchFamily="49" charset="0"/>
              </a:rPr>
              <a:t>();</a:t>
            </a:r>
          </a:p>
          <a:p>
            <a:pPr fontAlgn="base">
              <a:lnSpc>
                <a:spcPct val="120000"/>
              </a:lnSpc>
            </a:pPr>
            <a:r>
              <a:rPr lang="en-US" altLang="ko-KR" sz="1400" dirty="0">
                <a:latin typeface="D2Coding" panose="020B0609020101020101" pitchFamily="49" charset="-127"/>
                <a:ea typeface="D2Coding" panose="020B0609020101020101" pitchFamily="49" charset="-127"/>
                <a:cs typeface="Consolas" panose="020B0609020204030204" pitchFamily="49" charset="0"/>
              </a:rPr>
              <a:t> 43: </a:t>
            </a:r>
          </a:p>
        </p:txBody>
      </p:sp>
      <p:cxnSp>
        <p:nvCxnSpPr>
          <p:cNvPr id="3" name="직선 연결선 2">
            <a:extLst>
              <a:ext uri="{FF2B5EF4-FFF2-40B4-BE49-F238E27FC236}">
                <a16:creationId xmlns:a16="http://schemas.microsoft.com/office/drawing/2014/main" id="{CB3D4E31-93CE-AD1D-8153-2B148E53FCC8}"/>
              </a:ext>
            </a:extLst>
          </p:cNvPr>
          <p:cNvCxnSpPr>
            <a:cxnSpLocks/>
          </p:cNvCxnSpPr>
          <p:nvPr/>
        </p:nvCxnSpPr>
        <p:spPr>
          <a:xfrm>
            <a:off x="0" y="368660"/>
            <a:ext cx="9144000" cy="6300700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6" name="직선 연결선 5">
            <a:extLst>
              <a:ext uri="{FF2B5EF4-FFF2-40B4-BE49-F238E27FC236}">
                <a16:creationId xmlns:a16="http://schemas.microsoft.com/office/drawing/2014/main" id="{3300AA81-D878-F378-447F-476652D5920E}"/>
              </a:ext>
            </a:extLst>
          </p:cNvPr>
          <p:cNvCxnSpPr>
            <a:cxnSpLocks/>
          </p:cNvCxnSpPr>
          <p:nvPr/>
        </p:nvCxnSpPr>
        <p:spPr>
          <a:xfrm flipH="1">
            <a:off x="0" y="332656"/>
            <a:ext cx="9144000" cy="6336704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4233625441"/>
      </p:ext>
    </p:extLst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fontAlgn="base"/>
            <a:r>
              <a:rPr lang="en-US" altLang="ko-KR" dirty="0"/>
              <a:t>7.2 </a:t>
            </a:r>
            <a:r>
              <a:rPr lang="ko-KR" altLang="en-US" dirty="0"/>
              <a:t>웹 하드 프로그램을 위한 테이블 생성과 메인 페이지</a:t>
            </a:r>
          </a:p>
        </p:txBody>
      </p:sp>
      <p:sp>
        <p:nvSpPr>
          <p:cNvPr id="4" name="슬라이드 번호 개체 틀 3"/>
          <p:cNvSpPr>
            <a:spLocks noGrp="1"/>
          </p:cNvSpPr>
          <p:nvPr>
            <p:ph type="sldNum" sz="quarter" idx="4"/>
          </p:nvPr>
        </p:nvSpPr>
        <p:spPr/>
        <p:txBody>
          <a:bodyPr/>
          <a:lstStyle/>
          <a:p>
            <a:fld id="{5AA8C37D-6ADA-49EE-B609-6DB056DA936F}" type="slidenum">
              <a:rPr lang="ko-KR" altLang="en-US" smtClean="0"/>
              <a:pPr/>
              <a:t>21</a:t>
            </a:fld>
            <a:endParaRPr lang="ko-KR" altLang="en-US" dirty="0"/>
          </a:p>
        </p:txBody>
      </p:sp>
      <p:sp>
        <p:nvSpPr>
          <p:cNvPr id="5" name="직사각형 4">
            <a:extLst>
              <a:ext uri="{FF2B5EF4-FFF2-40B4-BE49-F238E27FC236}">
                <a16:creationId xmlns:a16="http://schemas.microsoft.com/office/drawing/2014/main" id="{A543F91A-4A44-48D6-91A7-2A0EAF615EDA}"/>
              </a:ext>
            </a:extLst>
          </p:cNvPr>
          <p:cNvSpPr/>
          <p:nvPr/>
        </p:nvSpPr>
        <p:spPr>
          <a:xfrm>
            <a:off x="827584" y="872716"/>
            <a:ext cx="7333828" cy="6021713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fontAlgn="base">
              <a:lnSpc>
                <a:spcPct val="120000"/>
              </a:lnSpc>
            </a:pPr>
            <a:r>
              <a:rPr lang="en-US" altLang="ko-KR" sz="1380" dirty="0">
                <a:latin typeface="D2Coding" panose="020B0609020101020101" pitchFamily="49" charset="-127"/>
                <a:ea typeface="D2Coding" panose="020B0609020101020101" pitchFamily="49" charset="-127"/>
                <a:cs typeface="Consolas" panose="020B0609020204030204" pitchFamily="49" charset="0"/>
              </a:rPr>
              <a:t> 44:         </a:t>
            </a:r>
            <a:r>
              <a:rPr lang="en-US" altLang="ko-KR" sz="1380" dirty="0" err="1">
                <a:latin typeface="D2Coding" panose="020B0609020101020101" pitchFamily="49" charset="-127"/>
                <a:ea typeface="D2Coding" panose="020B0609020101020101" pitchFamily="49" charset="-127"/>
                <a:cs typeface="Consolas" panose="020B0609020204030204" pitchFamily="49" charset="0"/>
              </a:rPr>
              <a:t>ResultSet</a:t>
            </a:r>
            <a:r>
              <a:rPr lang="en-US" altLang="ko-KR" sz="1380" dirty="0">
                <a:latin typeface="D2Coding" panose="020B0609020101020101" pitchFamily="49" charset="-127"/>
                <a:ea typeface="D2Coding" panose="020B0609020101020101" pitchFamily="49" charset="-127"/>
                <a:cs typeface="Consolas" panose="020B0609020204030204" pitchFamily="49" charset="0"/>
              </a:rPr>
              <a:t> </a:t>
            </a:r>
            <a:r>
              <a:rPr lang="en-US" altLang="ko-KR" sz="1380" dirty="0" err="1">
                <a:latin typeface="D2Coding" panose="020B0609020101020101" pitchFamily="49" charset="-127"/>
                <a:ea typeface="D2Coding" panose="020B0609020101020101" pitchFamily="49" charset="-127"/>
                <a:cs typeface="Consolas" panose="020B0609020204030204" pitchFamily="49" charset="0"/>
              </a:rPr>
              <a:t>rs</a:t>
            </a:r>
            <a:r>
              <a:rPr lang="en-US" altLang="ko-KR" sz="1380" dirty="0">
                <a:latin typeface="D2Coding" panose="020B0609020101020101" pitchFamily="49" charset="-127"/>
                <a:ea typeface="D2Coding" panose="020B0609020101020101" pitchFamily="49" charset="-127"/>
                <a:cs typeface="Consolas" panose="020B0609020204030204" pitchFamily="49" charset="0"/>
              </a:rPr>
              <a:t> = </a:t>
            </a:r>
            <a:r>
              <a:rPr lang="en-US" altLang="ko-KR" sz="1380" dirty="0" err="1">
                <a:latin typeface="D2Coding" panose="020B0609020101020101" pitchFamily="49" charset="-127"/>
                <a:ea typeface="D2Coding" panose="020B0609020101020101" pitchFamily="49" charset="-127"/>
                <a:cs typeface="Consolas" panose="020B0609020204030204" pitchFamily="49" charset="0"/>
              </a:rPr>
              <a:t>stmt.executeQuery</a:t>
            </a:r>
            <a:r>
              <a:rPr lang="en-US" altLang="ko-KR" sz="1380" dirty="0">
                <a:latin typeface="D2Coding" panose="020B0609020101020101" pitchFamily="49" charset="-127"/>
                <a:ea typeface="D2Coding" panose="020B0609020101020101" pitchFamily="49" charset="-127"/>
                <a:cs typeface="Consolas" panose="020B0609020204030204" pitchFamily="49" charset="0"/>
              </a:rPr>
              <a:t>("select * from </a:t>
            </a:r>
            <a:r>
              <a:rPr lang="en-US" altLang="ko-KR" sz="1380" dirty="0" err="1">
                <a:latin typeface="D2Coding" panose="020B0609020101020101" pitchFamily="49" charset="-127"/>
                <a:ea typeface="D2Coding" panose="020B0609020101020101" pitchFamily="49" charset="-127"/>
                <a:cs typeface="Consolas" panose="020B0609020204030204" pitchFamily="49" charset="0"/>
              </a:rPr>
              <a:t>webhard</a:t>
            </a:r>
            <a:r>
              <a:rPr lang="en-US" altLang="ko-KR" sz="1380" dirty="0">
                <a:latin typeface="D2Coding" panose="020B0609020101020101" pitchFamily="49" charset="-127"/>
                <a:ea typeface="D2Coding" panose="020B0609020101020101" pitchFamily="49" charset="-127"/>
                <a:cs typeface="Consolas" panose="020B0609020204030204" pitchFamily="49" charset="0"/>
              </a:rPr>
              <a:t>");</a:t>
            </a:r>
          </a:p>
          <a:p>
            <a:pPr fontAlgn="base">
              <a:lnSpc>
                <a:spcPct val="120000"/>
              </a:lnSpc>
            </a:pPr>
            <a:r>
              <a:rPr lang="en-US" altLang="ko-KR" sz="1380" dirty="0">
                <a:latin typeface="D2Coding" panose="020B0609020101020101" pitchFamily="49" charset="-127"/>
                <a:ea typeface="D2Coding" panose="020B0609020101020101" pitchFamily="49" charset="-127"/>
                <a:cs typeface="Consolas" panose="020B0609020204030204" pitchFamily="49" charset="0"/>
              </a:rPr>
              <a:t> 45:     ) {</a:t>
            </a:r>
          </a:p>
          <a:p>
            <a:pPr fontAlgn="base">
              <a:lnSpc>
                <a:spcPct val="120000"/>
              </a:lnSpc>
            </a:pPr>
            <a:r>
              <a:rPr lang="en-US" altLang="ko-KR" sz="1380" dirty="0">
                <a:latin typeface="D2Coding" panose="020B0609020101020101" pitchFamily="49" charset="-127"/>
                <a:ea typeface="D2Coding" panose="020B0609020101020101" pitchFamily="49" charset="-127"/>
                <a:cs typeface="Consolas" panose="020B0609020204030204" pitchFamily="49" charset="0"/>
              </a:rPr>
              <a:t> 46:         while (</a:t>
            </a:r>
            <a:r>
              <a:rPr lang="en-US" altLang="ko-KR" sz="1380" dirty="0" err="1">
                <a:latin typeface="D2Coding" panose="020B0609020101020101" pitchFamily="49" charset="-127"/>
                <a:ea typeface="D2Coding" panose="020B0609020101020101" pitchFamily="49" charset="-127"/>
                <a:cs typeface="Consolas" panose="020B0609020204030204" pitchFamily="49" charset="0"/>
              </a:rPr>
              <a:t>rs.next</a:t>
            </a:r>
            <a:r>
              <a:rPr lang="en-US" altLang="ko-KR" sz="1380" dirty="0">
                <a:latin typeface="D2Coding" panose="020B0609020101020101" pitchFamily="49" charset="-127"/>
                <a:ea typeface="D2Coding" panose="020B0609020101020101" pitchFamily="49" charset="-127"/>
                <a:cs typeface="Consolas" panose="020B0609020204030204" pitchFamily="49" charset="0"/>
              </a:rPr>
              <a:t>()) {</a:t>
            </a:r>
          </a:p>
          <a:p>
            <a:pPr fontAlgn="base">
              <a:lnSpc>
                <a:spcPct val="120000"/>
              </a:lnSpc>
            </a:pPr>
            <a:r>
              <a:rPr lang="en-US" altLang="ko-KR" sz="1380" dirty="0">
                <a:latin typeface="D2Coding" panose="020B0609020101020101" pitchFamily="49" charset="-127"/>
                <a:ea typeface="D2Coding" panose="020B0609020101020101" pitchFamily="49" charset="-127"/>
                <a:cs typeface="Consolas" panose="020B0609020204030204" pitchFamily="49" charset="0"/>
              </a:rPr>
              <a:t> 47: %&gt;    </a:t>
            </a:r>
          </a:p>
          <a:p>
            <a:pPr fontAlgn="base">
              <a:lnSpc>
                <a:spcPct val="120000"/>
              </a:lnSpc>
            </a:pPr>
            <a:r>
              <a:rPr lang="en-US" altLang="ko-KR" sz="1380" dirty="0">
                <a:latin typeface="D2Coding" panose="020B0609020101020101" pitchFamily="49" charset="-127"/>
                <a:ea typeface="D2Coding" panose="020B0609020101020101" pitchFamily="49" charset="-127"/>
                <a:cs typeface="Consolas" panose="020B0609020204030204" pitchFamily="49" charset="0"/>
              </a:rPr>
              <a:t> 48:         &lt;</a:t>
            </a:r>
            <a:r>
              <a:rPr lang="en-US" altLang="ko-KR" sz="1380" dirty="0" err="1">
                <a:latin typeface="D2Coding" panose="020B0609020101020101" pitchFamily="49" charset="-127"/>
                <a:ea typeface="D2Coding" panose="020B0609020101020101" pitchFamily="49" charset="-127"/>
                <a:cs typeface="Consolas" panose="020B0609020204030204" pitchFamily="49" charset="0"/>
              </a:rPr>
              <a:t>tr</a:t>
            </a:r>
            <a:r>
              <a:rPr lang="en-US" altLang="ko-KR" sz="1380" dirty="0">
                <a:latin typeface="D2Coding" panose="020B0609020101020101" pitchFamily="49" charset="-127"/>
                <a:ea typeface="D2Coding" panose="020B0609020101020101" pitchFamily="49" charset="-127"/>
                <a:cs typeface="Consolas" panose="020B0609020204030204" pitchFamily="49" charset="0"/>
              </a:rPr>
              <a:t>&gt;</a:t>
            </a:r>
          </a:p>
          <a:p>
            <a:pPr fontAlgn="base">
              <a:lnSpc>
                <a:spcPct val="120000"/>
              </a:lnSpc>
            </a:pPr>
            <a:r>
              <a:rPr lang="en-US" altLang="ko-KR" sz="1380" dirty="0">
                <a:latin typeface="D2Coding" panose="020B0609020101020101" pitchFamily="49" charset="-127"/>
                <a:ea typeface="D2Coding" panose="020B0609020101020101" pitchFamily="49" charset="-127"/>
                <a:cs typeface="Consolas" panose="020B0609020204030204" pitchFamily="49" charset="0"/>
              </a:rPr>
              <a:t> 49:             &lt;td class="left"&gt;</a:t>
            </a:r>
          </a:p>
          <a:p>
            <a:pPr fontAlgn="base">
              <a:lnSpc>
                <a:spcPct val="120000"/>
              </a:lnSpc>
            </a:pPr>
            <a:r>
              <a:rPr lang="en-US" altLang="ko-KR" sz="1380" dirty="0">
                <a:latin typeface="D2Coding" panose="020B0609020101020101" pitchFamily="49" charset="-127"/>
                <a:ea typeface="D2Coding" panose="020B0609020101020101" pitchFamily="49" charset="-127"/>
                <a:cs typeface="Consolas" panose="020B0609020204030204" pitchFamily="49" charset="0"/>
              </a:rPr>
              <a:t> 50:                 &lt;a </a:t>
            </a:r>
            <a:r>
              <a:rPr lang="en-US" altLang="ko-KR" sz="1380" dirty="0" err="1">
                <a:latin typeface="D2Coding" panose="020B0609020101020101" pitchFamily="49" charset="-127"/>
                <a:ea typeface="D2Coding" panose="020B0609020101020101" pitchFamily="49" charset="-127"/>
                <a:cs typeface="Consolas" panose="020B0609020204030204" pitchFamily="49" charset="0"/>
              </a:rPr>
              <a:t>href</a:t>
            </a:r>
            <a:r>
              <a:rPr lang="en-US" altLang="ko-KR" sz="1380" dirty="0">
                <a:latin typeface="D2Coding" panose="020B0609020101020101" pitchFamily="49" charset="-127"/>
                <a:ea typeface="D2Coding" panose="020B0609020101020101" pitchFamily="49" charset="-127"/>
                <a:cs typeface="Consolas" panose="020B0609020204030204" pitchFamily="49" charset="0"/>
              </a:rPr>
              <a:t>="files/&lt;%=</a:t>
            </a:r>
            <a:r>
              <a:rPr lang="en-US" altLang="ko-KR" sz="1380" dirty="0" err="1">
                <a:latin typeface="D2Coding" panose="020B0609020101020101" pitchFamily="49" charset="-127"/>
                <a:ea typeface="D2Coding" panose="020B0609020101020101" pitchFamily="49" charset="-127"/>
                <a:cs typeface="Consolas" panose="020B0609020204030204" pitchFamily="49" charset="0"/>
              </a:rPr>
              <a:t>rs.getString</a:t>
            </a:r>
            <a:r>
              <a:rPr lang="en-US" altLang="ko-KR" sz="1380" dirty="0">
                <a:latin typeface="D2Coding" panose="020B0609020101020101" pitchFamily="49" charset="-127"/>
                <a:ea typeface="D2Coding" panose="020B0609020101020101" pitchFamily="49" charset="-127"/>
                <a:cs typeface="Consolas" panose="020B0609020204030204" pitchFamily="49" charset="0"/>
              </a:rPr>
              <a:t>("</a:t>
            </a:r>
            <a:r>
              <a:rPr lang="en-US" altLang="ko-KR" sz="1380" dirty="0" err="1">
                <a:latin typeface="D2Coding" panose="020B0609020101020101" pitchFamily="49" charset="-127"/>
                <a:ea typeface="D2Coding" panose="020B0609020101020101" pitchFamily="49" charset="-127"/>
                <a:cs typeface="Consolas" panose="020B0609020204030204" pitchFamily="49" charset="0"/>
              </a:rPr>
              <a:t>fname</a:t>
            </a:r>
            <a:r>
              <a:rPr lang="en-US" altLang="ko-KR" sz="1380" dirty="0">
                <a:latin typeface="D2Coding" panose="020B0609020101020101" pitchFamily="49" charset="-127"/>
                <a:ea typeface="D2Coding" panose="020B0609020101020101" pitchFamily="49" charset="-127"/>
                <a:cs typeface="Consolas" panose="020B0609020204030204" pitchFamily="49" charset="0"/>
              </a:rPr>
              <a:t>")%&gt;"&gt;</a:t>
            </a:r>
          </a:p>
          <a:p>
            <a:pPr fontAlgn="base">
              <a:lnSpc>
                <a:spcPct val="120000"/>
              </a:lnSpc>
            </a:pPr>
            <a:r>
              <a:rPr lang="en-US" altLang="ko-KR" sz="1380" dirty="0">
                <a:latin typeface="D2Coding" panose="020B0609020101020101" pitchFamily="49" charset="-127"/>
                <a:ea typeface="D2Coding" panose="020B0609020101020101" pitchFamily="49" charset="-127"/>
                <a:cs typeface="Consolas" panose="020B0609020204030204" pitchFamily="49" charset="0"/>
              </a:rPr>
              <a:t> 51:                     &lt;%=</a:t>
            </a:r>
            <a:r>
              <a:rPr lang="en-US" altLang="ko-KR" sz="1380" dirty="0" err="1">
                <a:latin typeface="D2Coding" panose="020B0609020101020101" pitchFamily="49" charset="-127"/>
                <a:ea typeface="D2Coding" panose="020B0609020101020101" pitchFamily="49" charset="-127"/>
                <a:cs typeface="Consolas" panose="020B0609020204030204" pitchFamily="49" charset="0"/>
              </a:rPr>
              <a:t>rs.getString</a:t>
            </a:r>
            <a:r>
              <a:rPr lang="en-US" altLang="ko-KR" sz="1380" dirty="0">
                <a:latin typeface="D2Coding" panose="020B0609020101020101" pitchFamily="49" charset="-127"/>
                <a:ea typeface="D2Coding" panose="020B0609020101020101" pitchFamily="49" charset="-127"/>
                <a:cs typeface="Consolas" panose="020B0609020204030204" pitchFamily="49" charset="0"/>
              </a:rPr>
              <a:t>("</a:t>
            </a:r>
            <a:r>
              <a:rPr lang="en-US" altLang="ko-KR" sz="1380" dirty="0" err="1">
                <a:latin typeface="D2Coding" panose="020B0609020101020101" pitchFamily="49" charset="-127"/>
                <a:ea typeface="D2Coding" panose="020B0609020101020101" pitchFamily="49" charset="-127"/>
                <a:cs typeface="Consolas" panose="020B0609020204030204" pitchFamily="49" charset="0"/>
              </a:rPr>
              <a:t>fname</a:t>
            </a:r>
            <a:r>
              <a:rPr lang="en-US" altLang="ko-KR" sz="1380" dirty="0">
                <a:latin typeface="D2Coding" panose="020B0609020101020101" pitchFamily="49" charset="-127"/>
                <a:ea typeface="D2Coding" panose="020B0609020101020101" pitchFamily="49" charset="-127"/>
                <a:cs typeface="Consolas" panose="020B0609020204030204" pitchFamily="49" charset="0"/>
              </a:rPr>
              <a:t>")%&gt;</a:t>
            </a:r>
          </a:p>
          <a:p>
            <a:pPr fontAlgn="base">
              <a:lnSpc>
                <a:spcPct val="120000"/>
              </a:lnSpc>
            </a:pPr>
            <a:r>
              <a:rPr lang="en-US" altLang="ko-KR" sz="1380" dirty="0">
                <a:latin typeface="D2Coding" panose="020B0609020101020101" pitchFamily="49" charset="-127"/>
                <a:ea typeface="D2Coding" panose="020B0609020101020101" pitchFamily="49" charset="-127"/>
                <a:cs typeface="Consolas" panose="020B0609020204030204" pitchFamily="49" charset="0"/>
              </a:rPr>
              <a:t> 52:                 &lt;/a&gt;</a:t>
            </a:r>
          </a:p>
          <a:p>
            <a:pPr fontAlgn="base">
              <a:lnSpc>
                <a:spcPct val="120000"/>
              </a:lnSpc>
            </a:pPr>
            <a:r>
              <a:rPr lang="en-US" altLang="ko-KR" sz="1380" dirty="0">
                <a:latin typeface="D2Coding" panose="020B0609020101020101" pitchFamily="49" charset="-127"/>
                <a:ea typeface="D2Coding" panose="020B0609020101020101" pitchFamily="49" charset="-127"/>
                <a:cs typeface="Consolas" panose="020B0609020204030204" pitchFamily="49" charset="0"/>
              </a:rPr>
              <a:t> 53:             &lt;/td&gt;</a:t>
            </a:r>
          </a:p>
          <a:p>
            <a:pPr fontAlgn="base">
              <a:lnSpc>
                <a:spcPct val="120000"/>
              </a:lnSpc>
            </a:pPr>
            <a:r>
              <a:rPr lang="en-US" altLang="ko-KR" sz="1380" dirty="0">
                <a:latin typeface="D2Coding" panose="020B0609020101020101" pitchFamily="49" charset="-127"/>
                <a:ea typeface="D2Coding" panose="020B0609020101020101" pitchFamily="49" charset="-127"/>
                <a:cs typeface="Consolas" panose="020B0609020204030204" pitchFamily="49" charset="0"/>
              </a:rPr>
              <a:t> 54:             &lt;td&gt;&lt;%=</a:t>
            </a:r>
            <a:r>
              <a:rPr lang="en-US" altLang="ko-KR" sz="1380" dirty="0" err="1">
                <a:latin typeface="D2Coding" panose="020B0609020101020101" pitchFamily="49" charset="-127"/>
                <a:ea typeface="D2Coding" panose="020B0609020101020101" pitchFamily="49" charset="-127"/>
                <a:cs typeface="Consolas" panose="020B0609020204030204" pitchFamily="49" charset="0"/>
              </a:rPr>
              <a:t>rs.getString</a:t>
            </a:r>
            <a:r>
              <a:rPr lang="en-US" altLang="ko-KR" sz="1380" dirty="0">
                <a:latin typeface="D2Coding" panose="020B0609020101020101" pitchFamily="49" charset="-127"/>
                <a:ea typeface="D2Coding" panose="020B0609020101020101" pitchFamily="49" charset="-127"/>
                <a:cs typeface="Consolas" panose="020B0609020204030204" pitchFamily="49" charset="0"/>
              </a:rPr>
              <a:t>("</a:t>
            </a:r>
            <a:r>
              <a:rPr lang="en-US" altLang="ko-KR" sz="1380" dirty="0" err="1">
                <a:latin typeface="D2Coding" panose="020B0609020101020101" pitchFamily="49" charset="-127"/>
                <a:ea typeface="D2Coding" panose="020B0609020101020101" pitchFamily="49" charset="-127"/>
                <a:cs typeface="Consolas" panose="020B0609020204030204" pitchFamily="49" charset="0"/>
              </a:rPr>
              <a:t>ftime</a:t>
            </a:r>
            <a:r>
              <a:rPr lang="en-US" altLang="ko-KR" sz="1380" dirty="0">
                <a:latin typeface="D2Coding" panose="020B0609020101020101" pitchFamily="49" charset="-127"/>
                <a:ea typeface="D2Coding" panose="020B0609020101020101" pitchFamily="49" charset="-127"/>
                <a:cs typeface="Consolas" panose="020B0609020204030204" pitchFamily="49" charset="0"/>
              </a:rPr>
              <a:t>")%&gt;&lt;/td&gt;</a:t>
            </a:r>
          </a:p>
          <a:p>
            <a:pPr fontAlgn="base">
              <a:lnSpc>
                <a:spcPct val="120000"/>
              </a:lnSpc>
            </a:pPr>
            <a:r>
              <a:rPr lang="en-US" altLang="ko-KR" sz="1380" dirty="0">
                <a:latin typeface="D2Coding" panose="020B0609020101020101" pitchFamily="49" charset="-127"/>
                <a:ea typeface="D2Coding" panose="020B0609020101020101" pitchFamily="49" charset="-127"/>
                <a:cs typeface="Consolas" panose="020B0609020204030204" pitchFamily="49" charset="0"/>
              </a:rPr>
              <a:t> 55:             &lt;td class="right"&gt;&lt;%=</a:t>
            </a:r>
            <a:r>
              <a:rPr lang="en-US" altLang="ko-KR" sz="1380" dirty="0" err="1">
                <a:latin typeface="D2Coding" panose="020B0609020101020101" pitchFamily="49" charset="-127"/>
                <a:ea typeface="D2Coding" panose="020B0609020101020101" pitchFamily="49" charset="-127"/>
                <a:cs typeface="Consolas" panose="020B0609020204030204" pitchFamily="49" charset="0"/>
              </a:rPr>
              <a:t>rs.getInt</a:t>
            </a:r>
            <a:r>
              <a:rPr lang="en-US" altLang="ko-KR" sz="1380" dirty="0">
                <a:latin typeface="D2Coding" panose="020B0609020101020101" pitchFamily="49" charset="-127"/>
                <a:ea typeface="D2Coding" panose="020B0609020101020101" pitchFamily="49" charset="-127"/>
                <a:cs typeface="Consolas" panose="020B0609020204030204" pitchFamily="49" charset="0"/>
              </a:rPr>
              <a:t>("</a:t>
            </a:r>
            <a:r>
              <a:rPr lang="en-US" altLang="ko-KR" sz="1380" dirty="0" err="1">
                <a:latin typeface="D2Coding" panose="020B0609020101020101" pitchFamily="49" charset="-127"/>
                <a:ea typeface="D2Coding" panose="020B0609020101020101" pitchFamily="49" charset="-127"/>
                <a:cs typeface="Consolas" panose="020B0609020204030204" pitchFamily="49" charset="0"/>
              </a:rPr>
              <a:t>fsize</a:t>
            </a:r>
            <a:r>
              <a:rPr lang="en-US" altLang="ko-KR" sz="1380" dirty="0">
                <a:latin typeface="D2Coding" panose="020B0609020101020101" pitchFamily="49" charset="-127"/>
                <a:ea typeface="D2Coding" panose="020B0609020101020101" pitchFamily="49" charset="-127"/>
                <a:cs typeface="Consolas" panose="020B0609020204030204" pitchFamily="49" charset="0"/>
              </a:rPr>
              <a:t>")%&gt;&amp;</a:t>
            </a:r>
            <a:r>
              <a:rPr lang="en-US" altLang="ko-KR" sz="1380" dirty="0" err="1">
                <a:latin typeface="D2Coding" panose="020B0609020101020101" pitchFamily="49" charset="-127"/>
                <a:ea typeface="D2Coding" panose="020B0609020101020101" pitchFamily="49" charset="-127"/>
                <a:cs typeface="Consolas" panose="020B0609020204030204" pitchFamily="49" charset="0"/>
              </a:rPr>
              <a:t>nbsp</a:t>
            </a:r>
            <a:r>
              <a:rPr lang="en-US" altLang="ko-KR" sz="1380" dirty="0">
                <a:latin typeface="D2Coding" panose="020B0609020101020101" pitchFamily="49" charset="-127"/>
                <a:ea typeface="D2Coding" panose="020B0609020101020101" pitchFamily="49" charset="-127"/>
                <a:cs typeface="Consolas" panose="020B0609020204030204" pitchFamily="49" charset="0"/>
              </a:rPr>
              <a:t>;&amp;</a:t>
            </a:r>
            <a:r>
              <a:rPr lang="en-US" altLang="ko-KR" sz="1380" dirty="0" err="1">
                <a:latin typeface="D2Coding" panose="020B0609020101020101" pitchFamily="49" charset="-127"/>
                <a:ea typeface="D2Coding" panose="020B0609020101020101" pitchFamily="49" charset="-127"/>
                <a:cs typeface="Consolas" panose="020B0609020204030204" pitchFamily="49" charset="0"/>
              </a:rPr>
              <a:t>nbsp</a:t>
            </a:r>
            <a:r>
              <a:rPr lang="en-US" altLang="ko-KR" sz="1380" dirty="0">
                <a:latin typeface="D2Coding" panose="020B0609020101020101" pitchFamily="49" charset="-127"/>
                <a:ea typeface="D2Coding" panose="020B0609020101020101" pitchFamily="49" charset="-127"/>
                <a:cs typeface="Consolas" panose="020B0609020204030204" pitchFamily="49" charset="0"/>
              </a:rPr>
              <a:t>;&lt;/td&gt;</a:t>
            </a:r>
          </a:p>
          <a:p>
            <a:pPr fontAlgn="base">
              <a:lnSpc>
                <a:spcPct val="120000"/>
              </a:lnSpc>
            </a:pPr>
            <a:r>
              <a:rPr lang="en-US" altLang="ko-KR" sz="1380" dirty="0">
                <a:latin typeface="D2Coding" panose="020B0609020101020101" pitchFamily="49" charset="-127"/>
                <a:ea typeface="D2Coding" panose="020B0609020101020101" pitchFamily="49" charset="-127"/>
                <a:cs typeface="Consolas" panose="020B0609020204030204" pitchFamily="49" charset="0"/>
              </a:rPr>
              <a:t> 56:             &lt;td&gt;&lt;a </a:t>
            </a:r>
            <a:r>
              <a:rPr lang="en-US" altLang="ko-KR" sz="1380" dirty="0" err="1">
                <a:latin typeface="D2Coding" panose="020B0609020101020101" pitchFamily="49" charset="-127"/>
                <a:ea typeface="D2Coding" panose="020B0609020101020101" pitchFamily="49" charset="-127"/>
                <a:cs typeface="Consolas" panose="020B0609020204030204" pitchFamily="49" charset="0"/>
              </a:rPr>
              <a:t>href</a:t>
            </a:r>
            <a:r>
              <a:rPr lang="en-US" altLang="ko-KR" sz="1380" dirty="0">
                <a:latin typeface="D2Coding" panose="020B0609020101020101" pitchFamily="49" charset="-127"/>
                <a:ea typeface="D2Coding" panose="020B0609020101020101" pitchFamily="49" charset="-127"/>
                <a:cs typeface="Consolas" panose="020B0609020204030204" pitchFamily="49" charset="0"/>
              </a:rPr>
              <a:t>="</a:t>
            </a:r>
            <a:r>
              <a:rPr lang="en-US" altLang="ko-KR" sz="1380" dirty="0" err="1">
                <a:latin typeface="D2Coding" panose="020B0609020101020101" pitchFamily="49" charset="-127"/>
                <a:ea typeface="D2Coding" panose="020B0609020101020101" pitchFamily="49" charset="-127"/>
                <a:cs typeface="Consolas" panose="020B0609020204030204" pitchFamily="49" charset="0"/>
              </a:rPr>
              <a:t>del_file.jsp?num</a:t>
            </a:r>
            <a:r>
              <a:rPr lang="en-US" altLang="ko-KR" sz="1380" dirty="0">
                <a:latin typeface="D2Coding" panose="020B0609020101020101" pitchFamily="49" charset="-127"/>
                <a:ea typeface="D2Coding" panose="020B0609020101020101" pitchFamily="49" charset="-127"/>
                <a:cs typeface="Consolas" panose="020B0609020204030204" pitchFamily="49" charset="0"/>
              </a:rPr>
              <a:t>=&lt;%=</a:t>
            </a:r>
            <a:r>
              <a:rPr lang="en-US" altLang="ko-KR" sz="1380" dirty="0" err="1">
                <a:latin typeface="D2Coding" panose="020B0609020101020101" pitchFamily="49" charset="-127"/>
                <a:ea typeface="D2Coding" panose="020B0609020101020101" pitchFamily="49" charset="-127"/>
                <a:cs typeface="Consolas" panose="020B0609020204030204" pitchFamily="49" charset="0"/>
              </a:rPr>
              <a:t>rs.getInt</a:t>
            </a:r>
            <a:r>
              <a:rPr lang="en-US" altLang="ko-KR" sz="1380" dirty="0">
                <a:latin typeface="D2Coding" panose="020B0609020101020101" pitchFamily="49" charset="-127"/>
                <a:ea typeface="D2Coding" panose="020B0609020101020101" pitchFamily="49" charset="-127"/>
                <a:cs typeface="Consolas" panose="020B0609020204030204" pitchFamily="49" charset="0"/>
              </a:rPr>
              <a:t>("</a:t>
            </a:r>
            <a:r>
              <a:rPr lang="en-US" altLang="ko-KR" sz="1380" dirty="0" err="1">
                <a:latin typeface="D2Coding" panose="020B0609020101020101" pitchFamily="49" charset="-127"/>
                <a:ea typeface="D2Coding" panose="020B0609020101020101" pitchFamily="49" charset="-127"/>
                <a:cs typeface="Consolas" panose="020B0609020204030204" pitchFamily="49" charset="0"/>
              </a:rPr>
              <a:t>num</a:t>
            </a:r>
            <a:r>
              <a:rPr lang="en-US" altLang="ko-KR" sz="1380" dirty="0">
                <a:latin typeface="D2Coding" panose="020B0609020101020101" pitchFamily="49" charset="-127"/>
                <a:ea typeface="D2Coding" panose="020B0609020101020101" pitchFamily="49" charset="-127"/>
                <a:cs typeface="Consolas" panose="020B0609020204030204" pitchFamily="49" charset="0"/>
              </a:rPr>
              <a:t>")%&gt;"&gt;X&lt;/a&gt;&lt;/td&gt;</a:t>
            </a:r>
          </a:p>
          <a:p>
            <a:pPr fontAlgn="base">
              <a:lnSpc>
                <a:spcPct val="120000"/>
              </a:lnSpc>
            </a:pPr>
            <a:r>
              <a:rPr lang="en-US" altLang="ko-KR" sz="1380" dirty="0">
                <a:latin typeface="D2Coding" panose="020B0609020101020101" pitchFamily="49" charset="-127"/>
                <a:ea typeface="D2Coding" panose="020B0609020101020101" pitchFamily="49" charset="-127"/>
                <a:cs typeface="Consolas" panose="020B0609020204030204" pitchFamily="49" charset="0"/>
              </a:rPr>
              <a:t> 57:         &lt;/</a:t>
            </a:r>
            <a:r>
              <a:rPr lang="en-US" altLang="ko-KR" sz="1380" dirty="0" err="1">
                <a:latin typeface="D2Coding" panose="020B0609020101020101" pitchFamily="49" charset="-127"/>
                <a:ea typeface="D2Coding" panose="020B0609020101020101" pitchFamily="49" charset="-127"/>
                <a:cs typeface="Consolas" panose="020B0609020204030204" pitchFamily="49" charset="0"/>
              </a:rPr>
              <a:t>tr</a:t>
            </a:r>
            <a:r>
              <a:rPr lang="en-US" altLang="ko-KR" sz="1380" dirty="0">
                <a:latin typeface="D2Coding" panose="020B0609020101020101" pitchFamily="49" charset="-127"/>
                <a:ea typeface="D2Coding" panose="020B0609020101020101" pitchFamily="49" charset="-127"/>
                <a:cs typeface="Consolas" panose="020B0609020204030204" pitchFamily="49" charset="0"/>
              </a:rPr>
              <a:t>&gt;</a:t>
            </a:r>
          </a:p>
          <a:p>
            <a:pPr fontAlgn="base">
              <a:lnSpc>
                <a:spcPct val="120000"/>
              </a:lnSpc>
            </a:pPr>
            <a:r>
              <a:rPr lang="en-US" altLang="ko-KR" sz="1380" dirty="0">
                <a:latin typeface="D2Coding" panose="020B0609020101020101" pitchFamily="49" charset="-127"/>
                <a:ea typeface="D2Coding" panose="020B0609020101020101" pitchFamily="49" charset="-127"/>
                <a:cs typeface="Consolas" panose="020B0609020204030204" pitchFamily="49" charset="0"/>
              </a:rPr>
              <a:t> 58: &lt;%    </a:t>
            </a:r>
          </a:p>
          <a:p>
            <a:pPr fontAlgn="base">
              <a:lnSpc>
                <a:spcPct val="120000"/>
              </a:lnSpc>
            </a:pPr>
            <a:r>
              <a:rPr lang="en-US" altLang="ko-KR" sz="1380" dirty="0">
                <a:latin typeface="D2Coding" panose="020B0609020101020101" pitchFamily="49" charset="-127"/>
                <a:ea typeface="D2Coding" panose="020B0609020101020101" pitchFamily="49" charset="-127"/>
                <a:cs typeface="Consolas" panose="020B0609020204030204" pitchFamily="49" charset="0"/>
              </a:rPr>
              <a:t> 59:         }</a:t>
            </a:r>
          </a:p>
          <a:p>
            <a:pPr fontAlgn="base">
              <a:lnSpc>
                <a:spcPct val="120000"/>
              </a:lnSpc>
            </a:pPr>
            <a:r>
              <a:rPr lang="en-US" altLang="ko-KR" sz="1380" dirty="0">
                <a:latin typeface="D2Coding" panose="020B0609020101020101" pitchFamily="49" charset="-127"/>
                <a:ea typeface="D2Coding" panose="020B0609020101020101" pitchFamily="49" charset="-127"/>
                <a:cs typeface="Consolas" panose="020B0609020204030204" pitchFamily="49" charset="0"/>
              </a:rPr>
              <a:t> 60:     } catch(Exception e) {</a:t>
            </a:r>
          </a:p>
          <a:p>
            <a:pPr fontAlgn="base">
              <a:lnSpc>
                <a:spcPct val="120000"/>
              </a:lnSpc>
            </a:pPr>
            <a:r>
              <a:rPr lang="en-US" altLang="ko-KR" sz="1380" dirty="0">
                <a:latin typeface="D2Coding" panose="020B0609020101020101" pitchFamily="49" charset="-127"/>
                <a:ea typeface="D2Coding" panose="020B0609020101020101" pitchFamily="49" charset="-127"/>
                <a:cs typeface="Consolas" panose="020B0609020204030204" pitchFamily="49" charset="0"/>
              </a:rPr>
              <a:t> 61:         </a:t>
            </a:r>
            <a:r>
              <a:rPr lang="en-US" altLang="ko-KR" sz="1380" dirty="0" err="1">
                <a:latin typeface="D2Coding" panose="020B0609020101020101" pitchFamily="49" charset="-127"/>
                <a:ea typeface="D2Coding" panose="020B0609020101020101" pitchFamily="49" charset="-127"/>
                <a:cs typeface="Consolas" panose="020B0609020204030204" pitchFamily="49" charset="0"/>
              </a:rPr>
              <a:t>e.printStackTrace</a:t>
            </a:r>
            <a:r>
              <a:rPr lang="en-US" altLang="ko-KR" sz="1380" dirty="0">
                <a:latin typeface="D2Coding" panose="020B0609020101020101" pitchFamily="49" charset="-127"/>
                <a:ea typeface="D2Coding" panose="020B0609020101020101" pitchFamily="49" charset="-127"/>
                <a:cs typeface="Consolas" panose="020B0609020204030204" pitchFamily="49" charset="0"/>
              </a:rPr>
              <a:t>();</a:t>
            </a:r>
          </a:p>
          <a:p>
            <a:pPr fontAlgn="base">
              <a:lnSpc>
                <a:spcPct val="120000"/>
              </a:lnSpc>
            </a:pPr>
            <a:r>
              <a:rPr lang="en-US" altLang="ko-KR" sz="1380" dirty="0">
                <a:latin typeface="D2Coding" panose="020B0609020101020101" pitchFamily="49" charset="-127"/>
                <a:ea typeface="D2Coding" panose="020B0609020101020101" pitchFamily="49" charset="-127"/>
                <a:cs typeface="Consolas" panose="020B0609020204030204" pitchFamily="49" charset="0"/>
              </a:rPr>
              <a:t> 62:     }</a:t>
            </a:r>
          </a:p>
          <a:p>
            <a:pPr fontAlgn="base">
              <a:lnSpc>
                <a:spcPct val="120000"/>
              </a:lnSpc>
            </a:pPr>
            <a:r>
              <a:rPr lang="en-US" altLang="ko-KR" sz="1380" dirty="0">
                <a:latin typeface="D2Coding" panose="020B0609020101020101" pitchFamily="49" charset="-127"/>
                <a:ea typeface="D2Coding" panose="020B0609020101020101" pitchFamily="49" charset="-127"/>
                <a:cs typeface="Consolas" panose="020B0609020204030204" pitchFamily="49" charset="0"/>
              </a:rPr>
              <a:t> 63: %&gt;    </a:t>
            </a:r>
          </a:p>
          <a:p>
            <a:pPr fontAlgn="base">
              <a:lnSpc>
                <a:spcPct val="120000"/>
              </a:lnSpc>
            </a:pPr>
            <a:r>
              <a:rPr lang="en-US" altLang="ko-KR" sz="1380" dirty="0">
                <a:latin typeface="D2Coding" panose="020B0609020101020101" pitchFamily="49" charset="-127"/>
                <a:ea typeface="D2Coding" panose="020B0609020101020101" pitchFamily="49" charset="-127"/>
                <a:cs typeface="Consolas" panose="020B0609020204030204" pitchFamily="49" charset="0"/>
              </a:rPr>
              <a:t> 64: &lt;/table&gt;</a:t>
            </a:r>
          </a:p>
          <a:p>
            <a:pPr fontAlgn="base">
              <a:lnSpc>
                <a:spcPct val="120000"/>
              </a:lnSpc>
            </a:pPr>
            <a:r>
              <a:rPr lang="en-US" altLang="ko-KR" sz="1380" dirty="0">
                <a:latin typeface="D2Coding" panose="020B0609020101020101" pitchFamily="49" charset="-127"/>
                <a:ea typeface="D2Coding" panose="020B0609020101020101" pitchFamily="49" charset="-127"/>
                <a:cs typeface="Consolas" panose="020B0609020204030204" pitchFamily="49" charset="0"/>
              </a:rPr>
              <a:t> 66: &lt;/body&gt;</a:t>
            </a:r>
          </a:p>
          <a:p>
            <a:pPr fontAlgn="base">
              <a:lnSpc>
                <a:spcPct val="120000"/>
              </a:lnSpc>
            </a:pPr>
            <a:r>
              <a:rPr lang="en-US" altLang="ko-KR" sz="1380" dirty="0">
                <a:latin typeface="D2Coding" panose="020B0609020101020101" pitchFamily="49" charset="-127"/>
                <a:ea typeface="D2Coding" panose="020B0609020101020101" pitchFamily="49" charset="-127"/>
                <a:cs typeface="Consolas" panose="020B0609020204030204" pitchFamily="49" charset="0"/>
              </a:rPr>
              <a:t> 67: &lt;/html&gt;</a:t>
            </a:r>
          </a:p>
        </p:txBody>
      </p:sp>
      <p:pic>
        <p:nvPicPr>
          <p:cNvPr id="4097" name="_x301513720" descr="EMB00009c2801ea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4137025" y="4797152"/>
            <a:ext cx="4791821" cy="1368152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cxnSp>
        <p:nvCxnSpPr>
          <p:cNvPr id="3" name="직선 연결선 2">
            <a:extLst>
              <a:ext uri="{FF2B5EF4-FFF2-40B4-BE49-F238E27FC236}">
                <a16:creationId xmlns:a16="http://schemas.microsoft.com/office/drawing/2014/main" id="{8034DD5F-7F74-5214-2469-FE5061794E38}"/>
              </a:ext>
            </a:extLst>
          </p:cNvPr>
          <p:cNvCxnSpPr>
            <a:cxnSpLocks/>
          </p:cNvCxnSpPr>
          <p:nvPr/>
        </p:nvCxnSpPr>
        <p:spPr>
          <a:xfrm>
            <a:off x="0" y="368660"/>
            <a:ext cx="9144000" cy="6300700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6" name="직선 연결선 5">
            <a:extLst>
              <a:ext uri="{FF2B5EF4-FFF2-40B4-BE49-F238E27FC236}">
                <a16:creationId xmlns:a16="http://schemas.microsoft.com/office/drawing/2014/main" id="{858ED42C-783E-8EAA-2822-2552FD25C104}"/>
              </a:ext>
            </a:extLst>
          </p:cNvPr>
          <p:cNvCxnSpPr>
            <a:cxnSpLocks/>
          </p:cNvCxnSpPr>
          <p:nvPr/>
        </p:nvCxnSpPr>
        <p:spPr>
          <a:xfrm flipH="1">
            <a:off x="0" y="332656"/>
            <a:ext cx="9144000" cy="6336704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3420275772"/>
      </p:ext>
    </p:extLst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fontAlgn="base"/>
            <a:r>
              <a:rPr lang="en-US" altLang="ko-KR" dirty="0"/>
              <a:t>7.3 </a:t>
            </a:r>
            <a:r>
              <a:rPr lang="ko-KR" altLang="en-US" dirty="0"/>
              <a:t>파일 추가와 삭제 기능</a:t>
            </a:r>
          </a:p>
        </p:txBody>
      </p:sp>
      <p:sp>
        <p:nvSpPr>
          <p:cNvPr id="6" name="내용 개체 틀 5">
            <a:extLst>
              <a:ext uri="{FF2B5EF4-FFF2-40B4-BE49-F238E27FC236}">
                <a16:creationId xmlns:a16="http://schemas.microsoft.com/office/drawing/2014/main" id="{5B34EEBB-D2CA-9500-90B5-A93C7A210CA9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r>
              <a:rPr lang="ko-KR" altLang="en-US" sz="1600" dirty="0"/>
              <a:t>예제 </a:t>
            </a:r>
            <a:r>
              <a:rPr lang="en-US" altLang="ko-KR" sz="1600" dirty="0"/>
              <a:t>7-3</a:t>
            </a:r>
            <a:r>
              <a:rPr lang="ko-KR" altLang="en-US" sz="1600" dirty="0"/>
              <a:t>을 그대로 카피해 넣고 나서</a:t>
            </a:r>
            <a:r>
              <a:rPr lang="en-US" altLang="ko-KR" sz="1600" dirty="0"/>
              <a:t>, </a:t>
            </a:r>
            <a:br>
              <a:rPr lang="en-US" altLang="ko-KR" sz="1600" dirty="0"/>
            </a:br>
            <a:r>
              <a:rPr lang="en-US" altLang="ko-KR" sz="1600" dirty="0"/>
              <a:t>DB</a:t>
            </a:r>
            <a:r>
              <a:rPr lang="ko-KR" altLang="en-US" sz="1600" dirty="0"/>
              <a:t>에 파일 정보 저장하는 코드를 추가하고</a:t>
            </a:r>
            <a:r>
              <a:rPr lang="en-US" altLang="ko-KR" sz="1600" dirty="0"/>
              <a:t>, </a:t>
            </a:r>
            <a:r>
              <a:rPr lang="ko-KR" altLang="en-US" sz="1600" dirty="0"/>
              <a:t>에러 출력을 자바스크립트로 하도록 수정</a:t>
            </a:r>
            <a:endParaRPr lang="en-US" altLang="ko-KR" sz="1600" dirty="0"/>
          </a:p>
          <a:p>
            <a:endParaRPr lang="ko-KR" altLang="en-US" sz="1600" dirty="0"/>
          </a:p>
        </p:txBody>
      </p:sp>
      <p:sp>
        <p:nvSpPr>
          <p:cNvPr id="4" name="슬라이드 번호 개체 틀 3"/>
          <p:cNvSpPr>
            <a:spLocks noGrp="1"/>
          </p:cNvSpPr>
          <p:nvPr>
            <p:ph type="sldNum" sz="quarter" idx="4"/>
          </p:nvPr>
        </p:nvSpPr>
        <p:spPr/>
        <p:txBody>
          <a:bodyPr/>
          <a:lstStyle/>
          <a:p>
            <a:fld id="{5AA8C37D-6ADA-49EE-B609-6DB056DA936F}" type="slidenum">
              <a:rPr lang="ko-KR" altLang="en-US" smtClean="0"/>
              <a:pPr/>
              <a:t>22</a:t>
            </a:fld>
            <a:endParaRPr lang="ko-KR" altLang="en-US" dirty="0"/>
          </a:p>
        </p:txBody>
      </p:sp>
      <p:sp>
        <p:nvSpPr>
          <p:cNvPr id="5" name="직사각형 4">
            <a:extLst>
              <a:ext uri="{FF2B5EF4-FFF2-40B4-BE49-F238E27FC236}">
                <a16:creationId xmlns:a16="http://schemas.microsoft.com/office/drawing/2014/main" id="{A543F91A-4A44-48D6-91A7-2A0EAF615EDA}"/>
              </a:ext>
            </a:extLst>
          </p:cNvPr>
          <p:cNvSpPr/>
          <p:nvPr/>
        </p:nvSpPr>
        <p:spPr>
          <a:xfrm>
            <a:off x="905086" y="2204864"/>
            <a:ext cx="7333828" cy="343639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fontAlgn="base">
              <a:lnSpc>
                <a:spcPct val="120000"/>
              </a:lnSpc>
            </a:pPr>
            <a:r>
              <a:rPr lang="en-US" altLang="ko-KR" sz="1400" dirty="0">
                <a:latin typeface="D2Coding" panose="020B0609020101020101" pitchFamily="49" charset="-127"/>
                <a:ea typeface="D2Coding" panose="020B0609020101020101" pitchFamily="49" charset="-127"/>
                <a:cs typeface="Consolas" panose="020B0609020204030204" pitchFamily="49" charset="0"/>
              </a:rPr>
              <a:t>[</a:t>
            </a:r>
            <a:r>
              <a:rPr lang="ko-KR" altLang="en-US" sz="1400" dirty="0">
                <a:latin typeface="D2Coding" panose="020B0609020101020101" pitchFamily="49" charset="-127"/>
                <a:ea typeface="D2Coding" panose="020B0609020101020101" pitchFamily="49" charset="-127"/>
                <a:cs typeface="Consolas" panose="020B0609020204030204" pitchFamily="49" charset="0"/>
              </a:rPr>
              <a:t>예제 </a:t>
            </a:r>
            <a:r>
              <a:rPr lang="en-US" altLang="ko-KR" sz="1400" dirty="0">
                <a:latin typeface="D2Coding" panose="020B0609020101020101" pitchFamily="49" charset="-127"/>
                <a:ea typeface="D2Coding" panose="020B0609020101020101" pitchFamily="49" charset="-127"/>
                <a:cs typeface="Consolas" panose="020B0609020204030204" pitchFamily="49" charset="0"/>
              </a:rPr>
              <a:t>7-6] </a:t>
            </a:r>
            <a:r>
              <a:rPr lang="ko-KR" altLang="en-US" sz="1400" dirty="0">
                <a:latin typeface="D2Coding" panose="020B0609020101020101" pitchFamily="49" charset="-127"/>
                <a:ea typeface="D2Coding" panose="020B0609020101020101" pitchFamily="49" charset="-127"/>
                <a:cs typeface="Consolas" panose="020B0609020204030204" pitchFamily="49" charset="0"/>
              </a:rPr>
              <a:t>파일 추가 프로그램 </a:t>
            </a:r>
            <a:r>
              <a:rPr lang="en-US" altLang="ko-KR" sz="1400" dirty="0">
                <a:latin typeface="D2Coding" panose="020B0609020101020101" pitchFamily="49" charset="-127"/>
                <a:ea typeface="D2Coding" panose="020B0609020101020101" pitchFamily="49" charset="-127"/>
                <a:cs typeface="Consolas" panose="020B0609020204030204" pitchFamily="49" charset="0"/>
              </a:rPr>
              <a:t>(</a:t>
            </a:r>
            <a:r>
              <a:rPr lang="en-US" altLang="ko-KR" sz="1400" dirty="0" err="1">
                <a:latin typeface="D2Coding" panose="020B0609020101020101" pitchFamily="49" charset="-127"/>
                <a:ea typeface="D2Coding" panose="020B0609020101020101" pitchFamily="49" charset="-127"/>
                <a:cs typeface="Consolas" panose="020B0609020204030204" pitchFamily="49" charset="0"/>
              </a:rPr>
              <a:t>add_file.jsp</a:t>
            </a:r>
            <a:r>
              <a:rPr lang="en-US" altLang="ko-KR" sz="1400" dirty="0">
                <a:latin typeface="D2Coding" panose="020B0609020101020101" pitchFamily="49" charset="-127"/>
                <a:ea typeface="D2Coding" panose="020B0609020101020101" pitchFamily="49" charset="-127"/>
                <a:cs typeface="Consolas" panose="020B0609020204030204" pitchFamily="49" charset="0"/>
              </a:rPr>
              <a:t>)</a:t>
            </a:r>
          </a:p>
          <a:p>
            <a:pPr fontAlgn="base">
              <a:lnSpc>
                <a:spcPct val="120000"/>
              </a:lnSpc>
            </a:pPr>
            <a:r>
              <a:rPr lang="en-US" altLang="ko-KR" sz="1400" dirty="0">
                <a:latin typeface="D2Coding" panose="020B0609020101020101" pitchFamily="49" charset="-127"/>
                <a:ea typeface="D2Coding" panose="020B0609020101020101" pitchFamily="49" charset="-127"/>
                <a:cs typeface="Consolas" panose="020B0609020204030204" pitchFamily="49" charset="0"/>
              </a:rPr>
              <a:t>  1: &lt;%@ page language="java" </a:t>
            </a:r>
            <a:r>
              <a:rPr lang="en-US" altLang="ko-KR" sz="1400" dirty="0" err="1">
                <a:latin typeface="D2Coding" panose="020B0609020101020101" pitchFamily="49" charset="-127"/>
                <a:ea typeface="D2Coding" panose="020B0609020101020101" pitchFamily="49" charset="-127"/>
                <a:cs typeface="Consolas" panose="020B0609020204030204" pitchFamily="49" charset="0"/>
              </a:rPr>
              <a:t>contentType</a:t>
            </a:r>
            <a:r>
              <a:rPr lang="en-US" altLang="ko-KR" sz="1400" dirty="0">
                <a:latin typeface="D2Coding" panose="020B0609020101020101" pitchFamily="49" charset="-127"/>
                <a:ea typeface="D2Coding" panose="020B0609020101020101" pitchFamily="49" charset="-127"/>
                <a:cs typeface="Consolas" panose="020B0609020204030204" pitchFamily="49" charset="0"/>
              </a:rPr>
              <a:t>="text/html; charset=UTF-8"</a:t>
            </a:r>
          </a:p>
          <a:p>
            <a:pPr fontAlgn="base">
              <a:lnSpc>
                <a:spcPct val="120000"/>
              </a:lnSpc>
            </a:pPr>
            <a:r>
              <a:rPr lang="en-US" altLang="ko-KR" sz="1400" dirty="0">
                <a:latin typeface="D2Coding" panose="020B0609020101020101" pitchFamily="49" charset="-127"/>
                <a:ea typeface="D2Coding" panose="020B0609020101020101" pitchFamily="49" charset="-127"/>
                <a:cs typeface="Consolas" panose="020B0609020204030204" pitchFamily="49" charset="0"/>
              </a:rPr>
              <a:t>  2:     </a:t>
            </a:r>
            <a:r>
              <a:rPr lang="en-US" altLang="ko-KR" sz="1400" dirty="0" err="1">
                <a:latin typeface="D2Coding" panose="020B0609020101020101" pitchFamily="49" charset="-127"/>
                <a:ea typeface="D2Coding" panose="020B0609020101020101" pitchFamily="49" charset="-127"/>
                <a:cs typeface="Consolas" panose="020B0609020204030204" pitchFamily="49" charset="0"/>
              </a:rPr>
              <a:t>pageEncoding</a:t>
            </a:r>
            <a:r>
              <a:rPr lang="en-US" altLang="ko-KR" sz="1400" dirty="0">
                <a:latin typeface="D2Coding" panose="020B0609020101020101" pitchFamily="49" charset="-127"/>
                <a:ea typeface="D2Coding" panose="020B0609020101020101" pitchFamily="49" charset="-127"/>
                <a:cs typeface="Consolas" panose="020B0609020204030204" pitchFamily="49" charset="0"/>
              </a:rPr>
              <a:t>="UTF-8"%&gt;</a:t>
            </a:r>
          </a:p>
          <a:p>
            <a:pPr fontAlgn="base">
              <a:lnSpc>
                <a:spcPct val="120000"/>
              </a:lnSpc>
            </a:pPr>
            <a:r>
              <a:rPr lang="en-US" altLang="ko-KR" sz="1400" dirty="0">
                <a:latin typeface="D2Coding" panose="020B0609020101020101" pitchFamily="49" charset="-127"/>
                <a:ea typeface="D2Coding" panose="020B0609020101020101" pitchFamily="49" charset="-127"/>
                <a:cs typeface="Consolas" panose="020B0609020204030204" pitchFamily="49" charset="0"/>
              </a:rPr>
              <a:t>  3: &lt;%@ page import="</a:t>
            </a:r>
            <a:r>
              <a:rPr lang="en-US" altLang="ko-KR" sz="1400" dirty="0" err="1">
                <a:latin typeface="D2Coding" panose="020B0609020101020101" pitchFamily="49" charset="-127"/>
                <a:ea typeface="D2Coding" panose="020B0609020101020101" pitchFamily="49" charset="-127"/>
                <a:cs typeface="Consolas" panose="020B0609020204030204" pitchFamily="49" charset="0"/>
              </a:rPr>
              <a:t>java.sql</a:t>
            </a:r>
            <a:r>
              <a:rPr lang="en-US" altLang="ko-KR" sz="1400" dirty="0">
                <a:latin typeface="D2Coding" panose="020B0609020101020101" pitchFamily="49" charset="-127"/>
                <a:ea typeface="D2Coding" panose="020B0609020101020101" pitchFamily="49" charset="-127"/>
                <a:cs typeface="Consolas" panose="020B0609020204030204" pitchFamily="49" charset="0"/>
              </a:rPr>
              <a:t>.*" %&gt;</a:t>
            </a:r>
          </a:p>
          <a:p>
            <a:pPr fontAlgn="base">
              <a:lnSpc>
                <a:spcPct val="120000"/>
              </a:lnSpc>
            </a:pPr>
            <a:r>
              <a:rPr lang="en-US" altLang="ko-KR" sz="1400" dirty="0">
                <a:latin typeface="D2Coding" panose="020B0609020101020101" pitchFamily="49" charset="-127"/>
                <a:ea typeface="D2Coding" panose="020B0609020101020101" pitchFamily="49" charset="-127"/>
                <a:cs typeface="Consolas" panose="020B0609020204030204" pitchFamily="49" charset="0"/>
              </a:rPr>
              <a:t>  4: &lt;%@ page import="java.io.*" %&gt;</a:t>
            </a:r>
          </a:p>
          <a:p>
            <a:pPr fontAlgn="base">
              <a:lnSpc>
                <a:spcPct val="120000"/>
              </a:lnSpc>
            </a:pPr>
            <a:r>
              <a:rPr lang="en-US" altLang="ko-KR" sz="1400" dirty="0">
                <a:latin typeface="D2Coding" panose="020B0609020101020101" pitchFamily="49" charset="-127"/>
                <a:ea typeface="D2Coding" panose="020B0609020101020101" pitchFamily="49" charset="-127"/>
                <a:cs typeface="Consolas" panose="020B0609020204030204" pitchFamily="49" charset="0"/>
              </a:rPr>
              <a:t>  5: &lt;%@ page import="</a:t>
            </a:r>
            <a:r>
              <a:rPr lang="en-US" altLang="ko-KR" sz="1400" dirty="0" err="1">
                <a:latin typeface="D2Coding" panose="020B0609020101020101" pitchFamily="49" charset="-127"/>
                <a:ea typeface="D2Coding" panose="020B0609020101020101" pitchFamily="49" charset="-127"/>
                <a:cs typeface="Consolas" panose="020B0609020204030204" pitchFamily="49" charset="0"/>
              </a:rPr>
              <a:t>java.time</a:t>
            </a:r>
            <a:r>
              <a:rPr lang="en-US" altLang="ko-KR" sz="1400" dirty="0">
                <a:latin typeface="D2Coding" panose="020B0609020101020101" pitchFamily="49" charset="-127"/>
                <a:ea typeface="D2Coding" panose="020B0609020101020101" pitchFamily="49" charset="-127"/>
                <a:cs typeface="Consolas" panose="020B0609020204030204" pitchFamily="49" charset="0"/>
              </a:rPr>
              <a:t>.*" %&gt;</a:t>
            </a:r>
          </a:p>
          <a:p>
            <a:pPr fontAlgn="base">
              <a:lnSpc>
                <a:spcPct val="120000"/>
              </a:lnSpc>
            </a:pPr>
            <a:r>
              <a:rPr lang="en-US" altLang="ko-KR" sz="1400" dirty="0">
                <a:latin typeface="D2Coding" panose="020B0609020101020101" pitchFamily="49" charset="-127"/>
                <a:ea typeface="D2Coding" panose="020B0609020101020101" pitchFamily="49" charset="-127"/>
                <a:cs typeface="Consolas" panose="020B0609020204030204" pitchFamily="49" charset="0"/>
              </a:rPr>
              <a:t>  6: </a:t>
            </a:r>
          </a:p>
          <a:p>
            <a:pPr fontAlgn="base">
              <a:lnSpc>
                <a:spcPct val="120000"/>
              </a:lnSpc>
            </a:pPr>
            <a:r>
              <a:rPr lang="en-US" altLang="ko-KR" sz="1400" dirty="0">
                <a:latin typeface="D2Coding" panose="020B0609020101020101" pitchFamily="49" charset="-127"/>
                <a:ea typeface="D2Coding" panose="020B0609020101020101" pitchFamily="49" charset="-127"/>
                <a:cs typeface="Consolas" panose="020B0609020204030204" pitchFamily="49" charset="0"/>
              </a:rPr>
              <a:t>  7: &lt;%!</a:t>
            </a:r>
          </a:p>
          <a:p>
            <a:pPr fontAlgn="base">
              <a:lnSpc>
                <a:spcPct val="120000"/>
              </a:lnSpc>
            </a:pPr>
            <a:r>
              <a:rPr lang="en-US" altLang="ko-KR" sz="1400" dirty="0">
                <a:latin typeface="D2Coding" panose="020B0609020101020101" pitchFamily="49" charset="-127"/>
                <a:ea typeface="D2Coding" panose="020B0609020101020101" pitchFamily="49" charset="-127"/>
                <a:cs typeface="Consolas" panose="020B0609020204030204" pitchFamily="49" charset="0"/>
              </a:rPr>
              <a:t>  8:     // </a:t>
            </a:r>
            <a:r>
              <a:rPr lang="ko-KR" altLang="en-US" sz="1400" dirty="0">
                <a:latin typeface="D2Coding" panose="020B0609020101020101" pitchFamily="49" charset="-127"/>
                <a:ea typeface="D2Coding" panose="020B0609020101020101" pitchFamily="49" charset="-127"/>
                <a:cs typeface="Consolas" panose="020B0609020204030204" pitchFamily="49" charset="0"/>
              </a:rPr>
              <a:t>이미 같은 이름을 가진 파일이 있으면</a:t>
            </a:r>
            <a:r>
              <a:rPr lang="en-US" altLang="ko-KR" sz="1400" dirty="0">
                <a:latin typeface="D2Coding" panose="020B0609020101020101" pitchFamily="49" charset="-127"/>
                <a:ea typeface="D2Coding" panose="020B0609020101020101" pitchFamily="49" charset="-127"/>
                <a:cs typeface="Consolas" panose="020B0609020204030204" pitchFamily="49" charset="0"/>
              </a:rPr>
              <a:t>, </a:t>
            </a:r>
            <a:r>
              <a:rPr lang="ko-KR" altLang="en-US" sz="1400" dirty="0">
                <a:latin typeface="D2Coding" panose="020B0609020101020101" pitchFamily="49" charset="-127"/>
                <a:ea typeface="D2Coding" panose="020B0609020101020101" pitchFamily="49" charset="-127"/>
                <a:cs typeface="Consolas" panose="020B0609020204030204" pitchFamily="49" charset="0"/>
              </a:rPr>
              <a:t>변경된 파일명을 반환하는 메서드</a:t>
            </a:r>
          </a:p>
          <a:p>
            <a:pPr fontAlgn="base">
              <a:lnSpc>
                <a:spcPct val="120000"/>
              </a:lnSpc>
            </a:pPr>
            <a:r>
              <a:rPr lang="ko-KR" altLang="en-US" sz="1400" dirty="0">
                <a:latin typeface="D2Coding" panose="020B0609020101020101" pitchFamily="49" charset="-127"/>
                <a:ea typeface="D2Coding" panose="020B0609020101020101" pitchFamily="49" charset="-127"/>
                <a:cs typeface="Consolas" panose="020B0609020204030204" pitchFamily="49" charset="0"/>
              </a:rPr>
              <a:t>  </a:t>
            </a:r>
            <a:r>
              <a:rPr lang="en-US" altLang="ko-KR" sz="1400" dirty="0">
                <a:latin typeface="D2Coding" panose="020B0609020101020101" pitchFamily="49" charset="-127"/>
                <a:ea typeface="D2Coding" panose="020B0609020101020101" pitchFamily="49" charset="-127"/>
                <a:cs typeface="Consolas" panose="020B0609020204030204" pitchFamily="49" charset="0"/>
              </a:rPr>
              <a:t>9:     String </a:t>
            </a:r>
            <a:r>
              <a:rPr lang="en-US" altLang="ko-KR" sz="1400" dirty="0" err="1">
                <a:latin typeface="D2Coding" panose="020B0609020101020101" pitchFamily="49" charset="-127"/>
                <a:ea typeface="D2Coding" panose="020B0609020101020101" pitchFamily="49" charset="-127"/>
                <a:cs typeface="Consolas" panose="020B0609020204030204" pitchFamily="49" charset="0"/>
              </a:rPr>
              <a:t>getFileNameToSave</a:t>
            </a:r>
            <a:r>
              <a:rPr lang="en-US" altLang="ko-KR" sz="1400" dirty="0">
                <a:latin typeface="D2Coding" panose="020B0609020101020101" pitchFamily="49" charset="-127"/>
                <a:ea typeface="D2Coding" panose="020B0609020101020101" pitchFamily="49" charset="-127"/>
                <a:cs typeface="Consolas" panose="020B0609020204030204" pitchFamily="49" charset="0"/>
              </a:rPr>
              <a:t>(String path, String </a:t>
            </a:r>
            <a:r>
              <a:rPr lang="en-US" altLang="ko-KR" sz="1400" dirty="0" err="1">
                <a:latin typeface="D2Coding" panose="020B0609020101020101" pitchFamily="49" charset="-127"/>
                <a:ea typeface="D2Coding" panose="020B0609020101020101" pitchFamily="49" charset="-127"/>
                <a:cs typeface="Consolas" panose="020B0609020204030204" pitchFamily="49" charset="0"/>
              </a:rPr>
              <a:t>fileName</a:t>
            </a:r>
            <a:r>
              <a:rPr lang="en-US" altLang="ko-KR" sz="1400" dirty="0">
                <a:latin typeface="D2Coding" panose="020B0609020101020101" pitchFamily="49" charset="-127"/>
                <a:ea typeface="D2Coding" panose="020B0609020101020101" pitchFamily="49" charset="-127"/>
                <a:cs typeface="Consolas" panose="020B0609020204030204" pitchFamily="49" charset="0"/>
              </a:rPr>
              <a:t>) {</a:t>
            </a:r>
          </a:p>
          <a:p>
            <a:pPr fontAlgn="base">
              <a:lnSpc>
                <a:spcPct val="120000"/>
              </a:lnSpc>
            </a:pPr>
            <a:r>
              <a:rPr lang="en-US" altLang="ko-KR" sz="1400" dirty="0">
                <a:latin typeface="D2Coding" panose="020B0609020101020101" pitchFamily="49" charset="-127"/>
                <a:ea typeface="D2Coding" panose="020B0609020101020101" pitchFamily="49" charset="-127"/>
                <a:cs typeface="Consolas" panose="020B0609020204030204" pitchFamily="49" charset="0"/>
              </a:rPr>
              <a:t> 10:         // </a:t>
            </a:r>
            <a:r>
              <a:rPr lang="ko-KR" altLang="en-US" sz="1400" dirty="0">
                <a:latin typeface="D2Coding" panose="020B0609020101020101" pitchFamily="49" charset="-127"/>
                <a:ea typeface="D2Coding" panose="020B0609020101020101" pitchFamily="49" charset="-127"/>
                <a:cs typeface="Consolas" panose="020B0609020204030204" pitchFamily="49" charset="0"/>
              </a:rPr>
              <a:t>확장자 부분 찾기</a:t>
            </a:r>
          </a:p>
          <a:p>
            <a:pPr fontAlgn="base">
              <a:lnSpc>
                <a:spcPct val="120000"/>
              </a:lnSpc>
            </a:pPr>
            <a:r>
              <a:rPr lang="ko-KR" altLang="en-US" sz="1400" dirty="0">
                <a:latin typeface="D2Coding" panose="020B0609020101020101" pitchFamily="49" charset="-127"/>
                <a:ea typeface="D2Coding" panose="020B0609020101020101" pitchFamily="49" charset="-127"/>
                <a:cs typeface="Consolas" panose="020B0609020204030204" pitchFamily="49" charset="0"/>
              </a:rPr>
              <a:t> </a:t>
            </a:r>
            <a:r>
              <a:rPr lang="en-US" altLang="ko-KR" sz="1400" dirty="0">
                <a:latin typeface="D2Coding" panose="020B0609020101020101" pitchFamily="49" charset="-127"/>
                <a:ea typeface="D2Coding" panose="020B0609020101020101" pitchFamily="49" charset="-127"/>
                <a:cs typeface="Consolas" panose="020B0609020204030204" pitchFamily="49" charset="0"/>
              </a:rPr>
              <a:t>11:         int </a:t>
            </a:r>
            <a:r>
              <a:rPr lang="en-US" altLang="ko-KR" sz="1400" dirty="0" err="1">
                <a:latin typeface="D2Coding" panose="020B0609020101020101" pitchFamily="49" charset="-127"/>
                <a:ea typeface="D2Coding" panose="020B0609020101020101" pitchFamily="49" charset="-127"/>
                <a:cs typeface="Consolas" panose="020B0609020204030204" pitchFamily="49" charset="0"/>
              </a:rPr>
              <a:t>extIndex</a:t>
            </a:r>
            <a:r>
              <a:rPr lang="en-US" altLang="ko-KR" sz="1400" dirty="0">
                <a:latin typeface="D2Coding" panose="020B0609020101020101" pitchFamily="49" charset="-127"/>
                <a:ea typeface="D2Coding" panose="020B0609020101020101" pitchFamily="49" charset="-127"/>
                <a:cs typeface="Consolas" panose="020B0609020204030204" pitchFamily="49" charset="0"/>
              </a:rPr>
              <a:t> = </a:t>
            </a:r>
            <a:r>
              <a:rPr lang="en-US" altLang="ko-KR" sz="1400" dirty="0" err="1">
                <a:latin typeface="D2Coding" panose="020B0609020101020101" pitchFamily="49" charset="-127"/>
                <a:ea typeface="D2Coding" panose="020B0609020101020101" pitchFamily="49" charset="-127"/>
                <a:cs typeface="Consolas" panose="020B0609020204030204" pitchFamily="49" charset="0"/>
              </a:rPr>
              <a:t>fileName.lastIndexOf</a:t>
            </a:r>
            <a:r>
              <a:rPr lang="en-US" altLang="ko-KR" sz="1400" dirty="0">
                <a:latin typeface="D2Coding" panose="020B0609020101020101" pitchFamily="49" charset="-127"/>
                <a:ea typeface="D2Coding" panose="020B0609020101020101" pitchFamily="49" charset="-127"/>
                <a:cs typeface="Consolas" panose="020B0609020204030204" pitchFamily="49" charset="0"/>
              </a:rPr>
              <a:t>(".");</a:t>
            </a:r>
          </a:p>
          <a:p>
            <a:pPr fontAlgn="base">
              <a:lnSpc>
                <a:spcPct val="120000"/>
              </a:lnSpc>
            </a:pPr>
            <a:r>
              <a:rPr lang="en-US" altLang="ko-KR" sz="1400" dirty="0">
                <a:latin typeface="D2Coding" panose="020B0609020101020101" pitchFamily="49" charset="-127"/>
                <a:ea typeface="D2Coding" panose="020B0609020101020101" pitchFamily="49" charset="-127"/>
                <a:cs typeface="Consolas" panose="020B0609020204030204" pitchFamily="49" charset="0"/>
              </a:rPr>
              <a:t> 12:         </a:t>
            </a:r>
          </a:p>
        </p:txBody>
      </p:sp>
      <p:cxnSp>
        <p:nvCxnSpPr>
          <p:cNvPr id="3" name="직선 연결선 2">
            <a:extLst>
              <a:ext uri="{FF2B5EF4-FFF2-40B4-BE49-F238E27FC236}">
                <a16:creationId xmlns:a16="http://schemas.microsoft.com/office/drawing/2014/main" id="{8B645EB3-AA25-8164-D5C5-8ED7738B8EAD}"/>
              </a:ext>
            </a:extLst>
          </p:cNvPr>
          <p:cNvCxnSpPr>
            <a:cxnSpLocks/>
          </p:cNvCxnSpPr>
          <p:nvPr/>
        </p:nvCxnSpPr>
        <p:spPr>
          <a:xfrm>
            <a:off x="0" y="368660"/>
            <a:ext cx="9144000" cy="6300700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7" name="직선 연결선 6">
            <a:extLst>
              <a:ext uri="{FF2B5EF4-FFF2-40B4-BE49-F238E27FC236}">
                <a16:creationId xmlns:a16="http://schemas.microsoft.com/office/drawing/2014/main" id="{14857A29-5635-E4F4-4872-4F2054442FF7}"/>
              </a:ext>
            </a:extLst>
          </p:cNvPr>
          <p:cNvCxnSpPr>
            <a:cxnSpLocks/>
          </p:cNvCxnSpPr>
          <p:nvPr/>
        </p:nvCxnSpPr>
        <p:spPr>
          <a:xfrm flipH="1">
            <a:off x="0" y="332656"/>
            <a:ext cx="9144000" cy="6336704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306013575"/>
      </p:ext>
    </p:extLst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fontAlgn="base"/>
            <a:r>
              <a:rPr lang="en-US" altLang="ko-KR" dirty="0"/>
              <a:t>7.3 </a:t>
            </a:r>
            <a:r>
              <a:rPr lang="ko-KR" altLang="en-US" dirty="0"/>
              <a:t>파일 추가와 삭제 기능</a:t>
            </a:r>
          </a:p>
        </p:txBody>
      </p:sp>
      <p:sp>
        <p:nvSpPr>
          <p:cNvPr id="4" name="슬라이드 번호 개체 틀 3"/>
          <p:cNvSpPr>
            <a:spLocks noGrp="1"/>
          </p:cNvSpPr>
          <p:nvPr>
            <p:ph type="sldNum" sz="quarter" idx="4"/>
          </p:nvPr>
        </p:nvSpPr>
        <p:spPr/>
        <p:txBody>
          <a:bodyPr/>
          <a:lstStyle/>
          <a:p>
            <a:fld id="{5AA8C37D-6ADA-49EE-B609-6DB056DA936F}" type="slidenum">
              <a:rPr lang="ko-KR" altLang="en-US" smtClean="0"/>
              <a:pPr/>
              <a:t>23</a:t>
            </a:fld>
            <a:endParaRPr lang="ko-KR" altLang="en-US" dirty="0"/>
          </a:p>
        </p:txBody>
      </p:sp>
      <p:sp>
        <p:nvSpPr>
          <p:cNvPr id="5" name="직사각형 4">
            <a:extLst>
              <a:ext uri="{FF2B5EF4-FFF2-40B4-BE49-F238E27FC236}">
                <a16:creationId xmlns:a16="http://schemas.microsoft.com/office/drawing/2014/main" id="{A543F91A-4A44-48D6-91A7-2A0EAF615EDA}"/>
              </a:ext>
            </a:extLst>
          </p:cNvPr>
          <p:cNvSpPr/>
          <p:nvPr/>
        </p:nvSpPr>
        <p:spPr>
          <a:xfrm>
            <a:off x="631590" y="980728"/>
            <a:ext cx="8131410" cy="4987584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fontAlgn="base">
              <a:lnSpc>
                <a:spcPct val="120000"/>
              </a:lnSpc>
            </a:pPr>
            <a:r>
              <a:rPr lang="en-US" altLang="ko-KR" sz="1400" dirty="0">
                <a:latin typeface="D2Coding" panose="020B0609020101020101" pitchFamily="49" charset="-127"/>
                <a:ea typeface="D2Coding" panose="020B0609020101020101" pitchFamily="49" charset="-127"/>
                <a:cs typeface="Consolas" panose="020B0609020204030204" pitchFamily="49" charset="0"/>
              </a:rPr>
              <a:t> 13:         // </a:t>
            </a:r>
            <a:r>
              <a:rPr lang="ko-KR" altLang="en-US" sz="1400" dirty="0">
                <a:latin typeface="D2Coding" panose="020B0609020101020101" pitchFamily="49" charset="-127"/>
                <a:ea typeface="D2Coding" panose="020B0609020101020101" pitchFamily="49" charset="-127"/>
                <a:cs typeface="Consolas" panose="020B0609020204030204" pitchFamily="49" charset="0"/>
              </a:rPr>
              <a:t>파일 </a:t>
            </a:r>
            <a:r>
              <a:rPr lang="en-US" altLang="ko-KR" sz="1400" dirty="0">
                <a:latin typeface="D2Coding" panose="020B0609020101020101" pitchFamily="49" charset="-127"/>
                <a:ea typeface="D2Coding" panose="020B0609020101020101" pitchFamily="49" charset="-127"/>
                <a:cs typeface="Consolas" panose="020B0609020204030204" pitchFamily="49" charset="0"/>
              </a:rPr>
              <a:t>base name</a:t>
            </a:r>
            <a:r>
              <a:rPr lang="ko-KR" altLang="en-US" sz="1400" dirty="0">
                <a:latin typeface="D2Coding" panose="020B0609020101020101" pitchFamily="49" charset="-127"/>
                <a:ea typeface="D2Coding" panose="020B0609020101020101" pitchFamily="49" charset="-127"/>
                <a:cs typeface="Consolas" panose="020B0609020204030204" pitchFamily="49" charset="0"/>
              </a:rPr>
              <a:t>과 확장자를 분리하여 </a:t>
            </a:r>
            <a:r>
              <a:rPr lang="en-US" altLang="ko-KR" sz="1400" dirty="0">
                <a:latin typeface="D2Coding" panose="020B0609020101020101" pitchFamily="49" charset="-127"/>
                <a:ea typeface="D2Coding" panose="020B0609020101020101" pitchFamily="49" charset="-127"/>
                <a:cs typeface="Consolas" panose="020B0609020204030204" pitchFamily="49" charset="0"/>
              </a:rPr>
              <a:t>base, </a:t>
            </a:r>
            <a:r>
              <a:rPr lang="en-US" altLang="ko-KR" sz="1400" dirty="0" err="1">
                <a:latin typeface="D2Coding" panose="020B0609020101020101" pitchFamily="49" charset="-127"/>
                <a:ea typeface="D2Coding" panose="020B0609020101020101" pitchFamily="49" charset="-127"/>
                <a:cs typeface="Consolas" panose="020B0609020204030204" pitchFamily="49" charset="0"/>
              </a:rPr>
              <a:t>ext</a:t>
            </a:r>
            <a:r>
              <a:rPr lang="ko-KR" altLang="en-US" sz="1400" dirty="0">
                <a:latin typeface="D2Coding" panose="020B0609020101020101" pitchFamily="49" charset="-127"/>
                <a:ea typeface="D2Coding" panose="020B0609020101020101" pitchFamily="49" charset="-127"/>
                <a:cs typeface="Consolas" panose="020B0609020204030204" pitchFamily="49" charset="0"/>
              </a:rPr>
              <a:t>에 담음</a:t>
            </a:r>
          </a:p>
          <a:p>
            <a:pPr fontAlgn="base">
              <a:lnSpc>
                <a:spcPct val="120000"/>
              </a:lnSpc>
            </a:pPr>
            <a:r>
              <a:rPr lang="ko-KR" altLang="en-US" sz="1400" dirty="0">
                <a:latin typeface="D2Coding" panose="020B0609020101020101" pitchFamily="49" charset="-127"/>
                <a:ea typeface="D2Coding" panose="020B0609020101020101" pitchFamily="49" charset="-127"/>
                <a:cs typeface="Consolas" panose="020B0609020204030204" pitchFamily="49" charset="0"/>
              </a:rPr>
              <a:t> </a:t>
            </a:r>
            <a:r>
              <a:rPr lang="en-US" altLang="ko-KR" sz="1400" dirty="0">
                <a:latin typeface="D2Coding" panose="020B0609020101020101" pitchFamily="49" charset="-127"/>
                <a:ea typeface="D2Coding" panose="020B0609020101020101" pitchFamily="49" charset="-127"/>
                <a:cs typeface="Consolas" panose="020B0609020204030204" pitchFamily="49" charset="0"/>
              </a:rPr>
              <a:t>14:         String base, </a:t>
            </a:r>
            <a:r>
              <a:rPr lang="en-US" altLang="ko-KR" sz="1400" dirty="0" err="1">
                <a:latin typeface="D2Coding" panose="020B0609020101020101" pitchFamily="49" charset="-127"/>
                <a:ea typeface="D2Coding" panose="020B0609020101020101" pitchFamily="49" charset="-127"/>
                <a:cs typeface="Consolas" panose="020B0609020204030204" pitchFamily="49" charset="0"/>
              </a:rPr>
              <a:t>ext</a:t>
            </a:r>
            <a:r>
              <a:rPr lang="en-US" altLang="ko-KR" sz="1400" dirty="0">
                <a:latin typeface="D2Coding" panose="020B0609020101020101" pitchFamily="49" charset="-127"/>
                <a:ea typeface="D2Coding" panose="020B0609020101020101" pitchFamily="49" charset="-127"/>
                <a:cs typeface="Consolas" panose="020B0609020204030204" pitchFamily="49" charset="0"/>
              </a:rPr>
              <a:t>;</a:t>
            </a:r>
          </a:p>
          <a:p>
            <a:pPr fontAlgn="base">
              <a:lnSpc>
                <a:spcPct val="120000"/>
              </a:lnSpc>
            </a:pPr>
            <a:r>
              <a:rPr lang="en-US" altLang="ko-KR" sz="1400" dirty="0">
                <a:latin typeface="D2Coding" panose="020B0609020101020101" pitchFamily="49" charset="-127"/>
                <a:ea typeface="D2Coding" panose="020B0609020101020101" pitchFamily="49" charset="-127"/>
                <a:cs typeface="Consolas" panose="020B0609020204030204" pitchFamily="49" charset="0"/>
              </a:rPr>
              <a:t> 15:         if (</a:t>
            </a:r>
            <a:r>
              <a:rPr lang="en-US" altLang="ko-KR" sz="1400" dirty="0" err="1">
                <a:latin typeface="D2Coding" panose="020B0609020101020101" pitchFamily="49" charset="-127"/>
                <a:ea typeface="D2Coding" panose="020B0609020101020101" pitchFamily="49" charset="-127"/>
                <a:cs typeface="Consolas" panose="020B0609020204030204" pitchFamily="49" charset="0"/>
              </a:rPr>
              <a:t>extIndex</a:t>
            </a:r>
            <a:r>
              <a:rPr lang="en-US" altLang="ko-KR" sz="1400" dirty="0">
                <a:latin typeface="D2Coding" panose="020B0609020101020101" pitchFamily="49" charset="-127"/>
                <a:ea typeface="D2Coding" panose="020B0609020101020101" pitchFamily="49" charset="-127"/>
                <a:cs typeface="Consolas" panose="020B0609020204030204" pitchFamily="49" charset="0"/>
              </a:rPr>
              <a:t> &gt; 0) {</a:t>
            </a:r>
          </a:p>
          <a:p>
            <a:pPr fontAlgn="base">
              <a:lnSpc>
                <a:spcPct val="120000"/>
              </a:lnSpc>
            </a:pPr>
            <a:r>
              <a:rPr lang="en-US" altLang="ko-KR" sz="1400" dirty="0">
                <a:latin typeface="D2Coding" panose="020B0609020101020101" pitchFamily="49" charset="-127"/>
                <a:ea typeface="D2Coding" panose="020B0609020101020101" pitchFamily="49" charset="-127"/>
                <a:cs typeface="Consolas" panose="020B0609020204030204" pitchFamily="49" charset="0"/>
              </a:rPr>
              <a:t> 16:             base = </a:t>
            </a:r>
            <a:r>
              <a:rPr lang="en-US" altLang="ko-KR" sz="1400" dirty="0" err="1">
                <a:latin typeface="D2Coding" panose="020B0609020101020101" pitchFamily="49" charset="-127"/>
                <a:ea typeface="D2Coding" panose="020B0609020101020101" pitchFamily="49" charset="-127"/>
                <a:cs typeface="Consolas" panose="020B0609020204030204" pitchFamily="49" charset="0"/>
              </a:rPr>
              <a:t>fileName.substring</a:t>
            </a:r>
            <a:r>
              <a:rPr lang="en-US" altLang="ko-KR" sz="1400" dirty="0">
                <a:latin typeface="D2Coding" panose="020B0609020101020101" pitchFamily="49" charset="-127"/>
                <a:ea typeface="D2Coding" panose="020B0609020101020101" pitchFamily="49" charset="-127"/>
                <a:cs typeface="Consolas" panose="020B0609020204030204" pitchFamily="49" charset="0"/>
              </a:rPr>
              <a:t>(0, </a:t>
            </a:r>
            <a:r>
              <a:rPr lang="en-US" altLang="ko-KR" sz="1400" dirty="0" err="1">
                <a:latin typeface="D2Coding" panose="020B0609020101020101" pitchFamily="49" charset="-127"/>
                <a:ea typeface="D2Coding" panose="020B0609020101020101" pitchFamily="49" charset="-127"/>
                <a:cs typeface="Consolas" panose="020B0609020204030204" pitchFamily="49" charset="0"/>
              </a:rPr>
              <a:t>extIndex</a:t>
            </a:r>
            <a:r>
              <a:rPr lang="en-US" altLang="ko-KR" sz="1400" dirty="0">
                <a:latin typeface="D2Coding" panose="020B0609020101020101" pitchFamily="49" charset="-127"/>
                <a:ea typeface="D2Coding" panose="020B0609020101020101" pitchFamily="49" charset="-127"/>
                <a:cs typeface="Consolas" panose="020B0609020204030204" pitchFamily="49" charset="0"/>
              </a:rPr>
              <a:t>);</a:t>
            </a:r>
          </a:p>
          <a:p>
            <a:pPr fontAlgn="base">
              <a:lnSpc>
                <a:spcPct val="120000"/>
              </a:lnSpc>
            </a:pPr>
            <a:r>
              <a:rPr lang="en-US" altLang="ko-KR" sz="1400" dirty="0">
                <a:latin typeface="D2Coding" panose="020B0609020101020101" pitchFamily="49" charset="-127"/>
                <a:ea typeface="D2Coding" panose="020B0609020101020101" pitchFamily="49" charset="-127"/>
                <a:cs typeface="Consolas" panose="020B0609020204030204" pitchFamily="49" charset="0"/>
              </a:rPr>
              <a:t> 17:             </a:t>
            </a:r>
            <a:r>
              <a:rPr lang="en-US" altLang="ko-KR" sz="1400" dirty="0" err="1">
                <a:latin typeface="D2Coding" panose="020B0609020101020101" pitchFamily="49" charset="-127"/>
                <a:ea typeface="D2Coding" panose="020B0609020101020101" pitchFamily="49" charset="-127"/>
                <a:cs typeface="Consolas" panose="020B0609020204030204" pitchFamily="49" charset="0"/>
              </a:rPr>
              <a:t>ext</a:t>
            </a:r>
            <a:r>
              <a:rPr lang="en-US" altLang="ko-KR" sz="1400" dirty="0">
                <a:latin typeface="D2Coding" panose="020B0609020101020101" pitchFamily="49" charset="-127"/>
                <a:ea typeface="D2Coding" panose="020B0609020101020101" pitchFamily="49" charset="-127"/>
                <a:cs typeface="Consolas" panose="020B0609020204030204" pitchFamily="49" charset="0"/>
              </a:rPr>
              <a:t> = </a:t>
            </a:r>
            <a:r>
              <a:rPr lang="en-US" altLang="ko-KR" sz="1400" dirty="0" err="1">
                <a:latin typeface="D2Coding" panose="020B0609020101020101" pitchFamily="49" charset="-127"/>
                <a:ea typeface="D2Coding" panose="020B0609020101020101" pitchFamily="49" charset="-127"/>
                <a:cs typeface="Consolas" panose="020B0609020204030204" pitchFamily="49" charset="0"/>
              </a:rPr>
              <a:t>fileName.substring</a:t>
            </a:r>
            <a:r>
              <a:rPr lang="en-US" altLang="ko-KR" sz="1400" dirty="0">
                <a:latin typeface="D2Coding" panose="020B0609020101020101" pitchFamily="49" charset="-127"/>
                <a:ea typeface="D2Coding" panose="020B0609020101020101" pitchFamily="49" charset="-127"/>
                <a:cs typeface="Consolas" panose="020B0609020204030204" pitchFamily="49" charset="0"/>
              </a:rPr>
              <a:t>(</a:t>
            </a:r>
            <a:r>
              <a:rPr lang="en-US" altLang="ko-KR" sz="1400" dirty="0" err="1">
                <a:latin typeface="D2Coding" panose="020B0609020101020101" pitchFamily="49" charset="-127"/>
                <a:ea typeface="D2Coding" panose="020B0609020101020101" pitchFamily="49" charset="-127"/>
                <a:cs typeface="Consolas" panose="020B0609020204030204" pitchFamily="49" charset="0"/>
              </a:rPr>
              <a:t>extIndex</a:t>
            </a:r>
            <a:r>
              <a:rPr lang="en-US" altLang="ko-KR" sz="1400" dirty="0">
                <a:latin typeface="D2Coding" panose="020B0609020101020101" pitchFamily="49" charset="-127"/>
                <a:ea typeface="D2Coding" panose="020B0609020101020101" pitchFamily="49" charset="-127"/>
                <a:cs typeface="Consolas" panose="020B0609020204030204" pitchFamily="49" charset="0"/>
              </a:rPr>
              <a:t>);</a:t>
            </a:r>
          </a:p>
          <a:p>
            <a:pPr fontAlgn="base">
              <a:lnSpc>
                <a:spcPct val="120000"/>
              </a:lnSpc>
            </a:pPr>
            <a:r>
              <a:rPr lang="en-US" altLang="ko-KR" sz="1400" dirty="0">
                <a:latin typeface="D2Coding" panose="020B0609020101020101" pitchFamily="49" charset="-127"/>
                <a:ea typeface="D2Coding" panose="020B0609020101020101" pitchFamily="49" charset="-127"/>
                <a:cs typeface="Consolas" panose="020B0609020204030204" pitchFamily="49" charset="0"/>
              </a:rPr>
              <a:t> 18:         } else {</a:t>
            </a:r>
          </a:p>
          <a:p>
            <a:pPr fontAlgn="base">
              <a:lnSpc>
                <a:spcPct val="120000"/>
              </a:lnSpc>
            </a:pPr>
            <a:r>
              <a:rPr lang="en-US" altLang="ko-KR" sz="1400" dirty="0">
                <a:latin typeface="D2Coding" panose="020B0609020101020101" pitchFamily="49" charset="-127"/>
                <a:ea typeface="D2Coding" panose="020B0609020101020101" pitchFamily="49" charset="-127"/>
                <a:cs typeface="Consolas" panose="020B0609020204030204" pitchFamily="49" charset="0"/>
              </a:rPr>
              <a:t> 19:             base = </a:t>
            </a:r>
            <a:r>
              <a:rPr lang="en-US" altLang="ko-KR" sz="1400" dirty="0" err="1">
                <a:latin typeface="D2Coding" panose="020B0609020101020101" pitchFamily="49" charset="-127"/>
                <a:ea typeface="D2Coding" panose="020B0609020101020101" pitchFamily="49" charset="-127"/>
                <a:cs typeface="Consolas" panose="020B0609020204030204" pitchFamily="49" charset="0"/>
              </a:rPr>
              <a:t>fileName</a:t>
            </a:r>
            <a:r>
              <a:rPr lang="en-US" altLang="ko-KR" sz="1400" dirty="0">
                <a:latin typeface="D2Coding" panose="020B0609020101020101" pitchFamily="49" charset="-127"/>
                <a:ea typeface="D2Coding" panose="020B0609020101020101" pitchFamily="49" charset="-127"/>
                <a:cs typeface="Consolas" panose="020B0609020204030204" pitchFamily="49" charset="0"/>
              </a:rPr>
              <a:t>;</a:t>
            </a:r>
          </a:p>
          <a:p>
            <a:pPr fontAlgn="base">
              <a:lnSpc>
                <a:spcPct val="120000"/>
              </a:lnSpc>
            </a:pPr>
            <a:r>
              <a:rPr lang="en-US" altLang="ko-KR" sz="1400" dirty="0">
                <a:latin typeface="D2Coding" panose="020B0609020101020101" pitchFamily="49" charset="-127"/>
                <a:ea typeface="D2Coding" panose="020B0609020101020101" pitchFamily="49" charset="-127"/>
                <a:cs typeface="Consolas" panose="020B0609020204030204" pitchFamily="49" charset="0"/>
              </a:rPr>
              <a:t> 20:             </a:t>
            </a:r>
            <a:r>
              <a:rPr lang="en-US" altLang="ko-KR" sz="1400" dirty="0" err="1">
                <a:latin typeface="D2Coding" panose="020B0609020101020101" pitchFamily="49" charset="-127"/>
                <a:ea typeface="D2Coding" panose="020B0609020101020101" pitchFamily="49" charset="-127"/>
                <a:cs typeface="Consolas" panose="020B0609020204030204" pitchFamily="49" charset="0"/>
              </a:rPr>
              <a:t>ext</a:t>
            </a:r>
            <a:r>
              <a:rPr lang="en-US" altLang="ko-KR" sz="1400" dirty="0">
                <a:latin typeface="D2Coding" panose="020B0609020101020101" pitchFamily="49" charset="-127"/>
                <a:ea typeface="D2Coding" panose="020B0609020101020101" pitchFamily="49" charset="-127"/>
                <a:cs typeface="Consolas" panose="020B0609020204030204" pitchFamily="49" charset="0"/>
              </a:rPr>
              <a:t> = "";</a:t>
            </a:r>
          </a:p>
          <a:p>
            <a:pPr fontAlgn="base">
              <a:lnSpc>
                <a:spcPct val="120000"/>
              </a:lnSpc>
            </a:pPr>
            <a:r>
              <a:rPr lang="en-US" altLang="ko-KR" sz="1400" dirty="0">
                <a:latin typeface="D2Coding" panose="020B0609020101020101" pitchFamily="49" charset="-127"/>
                <a:ea typeface="D2Coding" panose="020B0609020101020101" pitchFamily="49" charset="-127"/>
                <a:cs typeface="Consolas" panose="020B0609020204030204" pitchFamily="49" charset="0"/>
              </a:rPr>
              <a:t> 21:         }</a:t>
            </a:r>
          </a:p>
          <a:p>
            <a:pPr fontAlgn="base">
              <a:lnSpc>
                <a:spcPct val="120000"/>
              </a:lnSpc>
            </a:pPr>
            <a:r>
              <a:rPr lang="en-US" altLang="ko-KR" sz="1400" dirty="0">
                <a:latin typeface="D2Coding" panose="020B0609020101020101" pitchFamily="49" charset="-127"/>
                <a:ea typeface="D2Coding" panose="020B0609020101020101" pitchFamily="49" charset="-127"/>
                <a:cs typeface="Consolas" panose="020B0609020204030204" pitchFamily="49" charset="0"/>
              </a:rPr>
              <a:t> 22:         </a:t>
            </a:r>
          </a:p>
          <a:p>
            <a:pPr fontAlgn="base">
              <a:lnSpc>
                <a:spcPct val="120000"/>
              </a:lnSpc>
            </a:pPr>
            <a:r>
              <a:rPr lang="en-US" altLang="ko-KR" sz="1400" dirty="0">
                <a:latin typeface="D2Coding" panose="020B0609020101020101" pitchFamily="49" charset="-127"/>
                <a:ea typeface="D2Coding" panose="020B0609020101020101" pitchFamily="49" charset="-127"/>
                <a:cs typeface="Consolas" panose="020B0609020204030204" pitchFamily="49" charset="0"/>
              </a:rPr>
              <a:t> 23:         // </a:t>
            </a:r>
            <a:r>
              <a:rPr lang="en-US" altLang="ko-KR" sz="1400" dirty="0" err="1">
                <a:latin typeface="D2Coding" panose="020B0609020101020101" pitchFamily="49" charset="-127"/>
                <a:ea typeface="D2Coding" panose="020B0609020101020101" pitchFamily="49" charset="-127"/>
                <a:cs typeface="Consolas" panose="020B0609020204030204" pitchFamily="49" charset="0"/>
              </a:rPr>
              <a:t>fileName</a:t>
            </a:r>
            <a:r>
              <a:rPr lang="ko-KR" altLang="en-US" sz="1400" dirty="0">
                <a:latin typeface="D2Coding" panose="020B0609020101020101" pitchFamily="49" charset="-127"/>
                <a:ea typeface="D2Coding" panose="020B0609020101020101" pitchFamily="49" charset="-127"/>
                <a:cs typeface="Consolas" panose="020B0609020204030204" pitchFamily="49" charset="0"/>
              </a:rPr>
              <a:t>인 파일이 존재하는 동안 반복하면서 </a:t>
            </a:r>
          </a:p>
          <a:p>
            <a:pPr fontAlgn="base">
              <a:lnSpc>
                <a:spcPct val="120000"/>
              </a:lnSpc>
            </a:pPr>
            <a:r>
              <a:rPr lang="ko-KR" altLang="en-US" sz="1400" dirty="0">
                <a:latin typeface="D2Coding" panose="020B0609020101020101" pitchFamily="49" charset="-127"/>
                <a:ea typeface="D2Coding" panose="020B0609020101020101" pitchFamily="49" charset="-127"/>
                <a:cs typeface="Consolas" panose="020B0609020204030204" pitchFamily="49" charset="0"/>
              </a:rPr>
              <a:t> </a:t>
            </a:r>
            <a:r>
              <a:rPr lang="en-US" altLang="ko-KR" sz="1400" dirty="0">
                <a:latin typeface="D2Coding" panose="020B0609020101020101" pitchFamily="49" charset="-127"/>
                <a:ea typeface="D2Coding" panose="020B0609020101020101" pitchFamily="49" charset="-127"/>
                <a:cs typeface="Consolas" panose="020B0609020204030204" pitchFamily="49" charset="0"/>
              </a:rPr>
              <a:t>24:         // (1), (2)...</a:t>
            </a:r>
            <a:r>
              <a:rPr lang="ko-KR" altLang="en-US" sz="1400" dirty="0">
                <a:latin typeface="D2Coding" panose="020B0609020101020101" pitchFamily="49" charset="-127"/>
                <a:ea typeface="D2Coding" panose="020B0609020101020101" pitchFamily="49" charset="-127"/>
                <a:cs typeface="Consolas" panose="020B0609020204030204" pitchFamily="49" charset="0"/>
              </a:rPr>
              <a:t>를 붙인 이름을 만들어 새로운 </a:t>
            </a:r>
            <a:r>
              <a:rPr lang="en-US" altLang="ko-KR" sz="1400" dirty="0" err="1">
                <a:latin typeface="D2Coding" panose="020B0609020101020101" pitchFamily="49" charset="-127"/>
                <a:ea typeface="D2Coding" panose="020B0609020101020101" pitchFamily="49" charset="-127"/>
                <a:cs typeface="Consolas" panose="020B0609020204030204" pitchFamily="49" charset="0"/>
              </a:rPr>
              <a:t>fileName</a:t>
            </a:r>
            <a:r>
              <a:rPr lang="ko-KR" altLang="en-US" sz="1400" dirty="0">
                <a:latin typeface="D2Coding" panose="020B0609020101020101" pitchFamily="49" charset="-127"/>
                <a:ea typeface="D2Coding" panose="020B0609020101020101" pitchFamily="49" charset="-127"/>
                <a:cs typeface="Consolas" panose="020B0609020204030204" pitchFamily="49" charset="0"/>
              </a:rPr>
              <a:t>으로 시도해 봄 </a:t>
            </a:r>
          </a:p>
          <a:p>
            <a:pPr fontAlgn="base">
              <a:lnSpc>
                <a:spcPct val="120000"/>
              </a:lnSpc>
            </a:pPr>
            <a:r>
              <a:rPr lang="ko-KR" altLang="en-US" sz="1400" dirty="0">
                <a:latin typeface="D2Coding" panose="020B0609020101020101" pitchFamily="49" charset="-127"/>
                <a:ea typeface="D2Coding" panose="020B0609020101020101" pitchFamily="49" charset="-127"/>
                <a:cs typeface="Consolas" panose="020B0609020204030204" pitchFamily="49" charset="0"/>
              </a:rPr>
              <a:t> </a:t>
            </a:r>
            <a:r>
              <a:rPr lang="en-US" altLang="ko-KR" sz="1400" dirty="0">
                <a:latin typeface="D2Coding" panose="020B0609020101020101" pitchFamily="49" charset="-127"/>
                <a:ea typeface="D2Coding" panose="020B0609020101020101" pitchFamily="49" charset="-127"/>
                <a:cs typeface="Consolas" panose="020B0609020204030204" pitchFamily="49" charset="0"/>
              </a:rPr>
              <a:t>25:         for (int </a:t>
            </a:r>
            <a:r>
              <a:rPr lang="en-US" altLang="ko-KR" sz="1400" dirty="0" err="1">
                <a:latin typeface="D2Coding" panose="020B0609020101020101" pitchFamily="49" charset="-127"/>
                <a:ea typeface="D2Coding" panose="020B0609020101020101" pitchFamily="49" charset="-127"/>
                <a:cs typeface="Consolas" panose="020B0609020204030204" pitchFamily="49" charset="0"/>
              </a:rPr>
              <a:t>i</a:t>
            </a:r>
            <a:r>
              <a:rPr lang="en-US" altLang="ko-KR" sz="1400" dirty="0">
                <a:latin typeface="D2Coding" panose="020B0609020101020101" pitchFamily="49" charset="-127"/>
                <a:ea typeface="D2Coding" panose="020B0609020101020101" pitchFamily="49" charset="-127"/>
                <a:cs typeface="Consolas" panose="020B0609020204030204" pitchFamily="49" charset="0"/>
              </a:rPr>
              <a:t> = 1; new File(path + </a:t>
            </a:r>
            <a:r>
              <a:rPr lang="en-US" altLang="ko-KR" sz="1400" dirty="0" err="1">
                <a:latin typeface="D2Coding" panose="020B0609020101020101" pitchFamily="49" charset="-127"/>
                <a:ea typeface="D2Coding" panose="020B0609020101020101" pitchFamily="49" charset="-127"/>
                <a:cs typeface="Consolas" panose="020B0609020204030204" pitchFamily="49" charset="0"/>
              </a:rPr>
              <a:t>fileName</a:t>
            </a:r>
            <a:r>
              <a:rPr lang="en-US" altLang="ko-KR" sz="1400" dirty="0">
                <a:latin typeface="D2Coding" panose="020B0609020101020101" pitchFamily="49" charset="-127"/>
                <a:ea typeface="D2Coding" panose="020B0609020101020101" pitchFamily="49" charset="-127"/>
                <a:cs typeface="Consolas" panose="020B0609020204030204" pitchFamily="49" charset="0"/>
              </a:rPr>
              <a:t>).exists(); </a:t>
            </a:r>
            <a:r>
              <a:rPr lang="en-US" altLang="ko-KR" sz="1400" dirty="0" err="1">
                <a:latin typeface="D2Coding" panose="020B0609020101020101" pitchFamily="49" charset="-127"/>
                <a:ea typeface="D2Coding" panose="020B0609020101020101" pitchFamily="49" charset="-127"/>
                <a:cs typeface="Consolas" panose="020B0609020204030204" pitchFamily="49" charset="0"/>
              </a:rPr>
              <a:t>i</a:t>
            </a:r>
            <a:r>
              <a:rPr lang="en-US" altLang="ko-KR" sz="1400" dirty="0">
                <a:latin typeface="D2Coding" panose="020B0609020101020101" pitchFamily="49" charset="-127"/>
                <a:ea typeface="D2Coding" panose="020B0609020101020101" pitchFamily="49" charset="-127"/>
                <a:cs typeface="Consolas" panose="020B0609020204030204" pitchFamily="49" charset="0"/>
              </a:rPr>
              <a:t>++) {</a:t>
            </a:r>
          </a:p>
          <a:p>
            <a:pPr fontAlgn="base">
              <a:lnSpc>
                <a:spcPct val="120000"/>
              </a:lnSpc>
            </a:pPr>
            <a:r>
              <a:rPr lang="en-US" altLang="ko-KR" sz="1400" dirty="0">
                <a:latin typeface="D2Coding" panose="020B0609020101020101" pitchFamily="49" charset="-127"/>
                <a:ea typeface="D2Coding" panose="020B0609020101020101" pitchFamily="49" charset="-127"/>
                <a:cs typeface="Consolas" panose="020B0609020204030204" pitchFamily="49" charset="0"/>
              </a:rPr>
              <a:t> 26:             </a:t>
            </a:r>
            <a:r>
              <a:rPr lang="en-US" altLang="ko-KR" sz="1400" dirty="0" err="1">
                <a:latin typeface="D2Coding" panose="020B0609020101020101" pitchFamily="49" charset="-127"/>
                <a:ea typeface="D2Coding" panose="020B0609020101020101" pitchFamily="49" charset="-127"/>
                <a:cs typeface="Consolas" panose="020B0609020204030204" pitchFamily="49" charset="0"/>
              </a:rPr>
              <a:t>fileName</a:t>
            </a:r>
            <a:r>
              <a:rPr lang="en-US" altLang="ko-KR" sz="1400" dirty="0">
                <a:latin typeface="D2Coding" panose="020B0609020101020101" pitchFamily="49" charset="-127"/>
                <a:ea typeface="D2Coding" panose="020B0609020101020101" pitchFamily="49" charset="-127"/>
                <a:cs typeface="Consolas" panose="020B0609020204030204" pitchFamily="49" charset="0"/>
              </a:rPr>
              <a:t> = base + " (" + </a:t>
            </a:r>
            <a:r>
              <a:rPr lang="en-US" altLang="ko-KR" sz="1400" dirty="0" err="1">
                <a:latin typeface="D2Coding" panose="020B0609020101020101" pitchFamily="49" charset="-127"/>
                <a:ea typeface="D2Coding" panose="020B0609020101020101" pitchFamily="49" charset="-127"/>
                <a:cs typeface="Consolas" panose="020B0609020204030204" pitchFamily="49" charset="0"/>
              </a:rPr>
              <a:t>i</a:t>
            </a:r>
            <a:r>
              <a:rPr lang="en-US" altLang="ko-KR" sz="1400" dirty="0">
                <a:latin typeface="D2Coding" panose="020B0609020101020101" pitchFamily="49" charset="-127"/>
                <a:ea typeface="D2Coding" panose="020B0609020101020101" pitchFamily="49" charset="-127"/>
                <a:cs typeface="Consolas" panose="020B0609020204030204" pitchFamily="49" charset="0"/>
              </a:rPr>
              <a:t> + ")" + </a:t>
            </a:r>
            <a:r>
              <a:rPr lang="en-US" altLang="ko-KR" sz="1400" dirty="0" err="1">
                <a:latin typeface="D2Coding" panose="020B0609020101020101" pitchFamily="49" charset="-127"/>
                <a:ea typeface="D2Coding" panose="020B0609020101020101" pitchFamily="49" charset="-127"/>
                <a:cs typeface="Consolas" panose="020B0609020204030204" pitchFamily="49" charset="0"/>
              </a:rPr>
              <a:t>ext</a:t>
            </a:r>
            <a:r>
              <a:rPr lang="en-US" altLang="ko-KR" sz="1400" dirty="0">
                <a:latin typeface="D2Coding" panose="020B0609020101020101" pitchFamily="49" charset="-127"/>
                <a:ea typeface="D2Coding" panose="020B0609020101020101" pitchFamily="49" charset="-127"/>
                <a:cs typeface="Consolas" panose="020B0609020204030204" pitchFamily="49" charset="0"/>
              </a:rPr>
              <a:t>;</a:t>
            </a:r>
          </a:p>
          <a:p>
            <a:pPr fontAlgn="base">
              <a:lnSpc>
                <a:spcPct val="120000"/>
              </a:lnSpc>
            </a:pPr>
            <a:r>
              <a:rPr lang="en-US" altLang="ko-KR" sz="1400" dirty="0">
                <a:latin typeface="D2Coding" panose="020B0609020101020101" pitchFamily="49" charset="-127"/>
                <a:ea typeface="D2Coding" panose="020B0609020101020101" pitchFamily="49" charset="-127"/>
                <a:cs typeface="Consolas" panose="020B0609020204030204" pitchFamily="49" charset="0"/>
              </a:rPr>
              <a:t> 27:         }</a:t>
            </a:r>
          </a:p>
          <a:p>
            <a:pPr fontAlgn="base">
              <a:lnSpc>
                <a:spcPct val="120000"/>
              </a:lnSpc>
            </a:pPr>
            <a:r>
              <a:rPr lang="en-US" altLang="ko-KR" sz="1400" dirty="0">
                <a:latin typeface="D2Coding" panose="020B0609020101020101" pitchFamily="49" charset="-127"/>
                <a:ea typeface="D2Coding" panose="020B0609020101020101" pitchFamily="49" charset="-127"/>
                <a:cs typeface="Consolas" panose="020B0609020204030204" pitchFamily="49" charset="0"/>
              </a:rPr>
              <a:t> 28:         </a:t>
            </a:r>
          </a:p>
          <a:p>
            <a:pPr fontAlgn="base">
              <a:lnSpc>
                <a:spcPct val="120000"/>
              </a:lnSpc>
            </a:pPr>
            <a:r>
              <a:rPr lang="en-US" altLang="ko-KR" sz="1400" dirty="0">
                <a:latin typeface="D2Coding" panose="020B0609020101020101" pitchFamily="49" charset="-127"/>
                <a:ea typeface="D2Coding" panose="020B0609020101020101" pitchFamily="49" charset="-127"/>
                <a:cs typeface="Consolas" panose="020B0609020204030204" pitchFamily="49" charset="0"/>
              </a:rPr>
              <a:t> 29:         return </a:t>
            </a:r>
            <a:r>
              <a:rPr lang="en-US" altLang="ko-KR" sz="1400" dirty="0" err="1">
                <a:latin typeface="D2Coding" panose="020B0609020101020101" pitchFamily="49" charset="-127"/>
                <a:ea typeface="D2Coding" panose="020B0609020101020101" pitchFamily="49" charset="-127"/>
                <a:cs typeface="Consolas" panose="020B0609020204030204" pitchFamily="49" charset="0"/>
              </a:rPr>
              <a:t>fileName</a:t>
            </a:r>
            <a:r>
              <a:rPr lang="en-US" altLang="ko-KR" sz="1400" dirty="0">
                <a:latin typeface="D2Coding" panose="020B0609020101020101" pitchFamily="49" charset="-127"/>
                <a:ea typeface="D2Coding" panose="020B0609020101020101" pitchFamily="49" charset="-127"/>
                <a:cs typeface="Consolas" panose="020B0609020204030204" pitchFamily="49" charset="0"/>
              </a:rPr>
              <a:t>;    </a:t>
            </a:r>
          </a:p>
          <a:p>
            <a:pPr fontAlgn="base">
              <a:lnSpc>
                <a:spcPct val="120000"/>
              </a:lnSpc>
            </a:pPr>
            <a:r>
              <a:rPr lang="en-US" altLang="ko-KR" sz="1400" dirty="0">
                <a:latin typeface="D2Coding" panose="020B0609020101020101" pitchFamily="49" charset="-127"/>
                <a:ea typeface="D2Coding" panose="020B0609020101020101" pitchFamily="49" charset="-127"/>
                <a:cs typeface="Consolas" panose="020B0609020204030204" pitchFamily="49" charset="0"/>
              </a:rPr>
              <a:t> 30:     }</a:t>
            </a:r>
          </a:p>
          <a:p>
            <a:pPr fontAlgn="base">
              <a:lnSpc>
                <a:spcPct val="120000"/>
              </a:lnSpc>
            </a:pPr>
            <a:r>
              <a:rPr lang="en-US" altLang="ko-KR" sz="1400" dirty="0">
                <a:latin typeface="D2Coding" panose="020B0609020101020101" pitchFamily="49" charset="-127"/>
                <a:ea typeface="D2Coding" panose="020B0609020101020101" pitchFamily="49" charset="-127"/>
                <a:cs typeface="Consolas" panose="020B0609020204030204" pitchFamily="49" charset="0"/>
              </a:rPr>
              <a:t> 31: %&gt;</a:t>
            </a:r>
          </a:p>
        </p:txBody>
      </p:sp>
      <p:cxnSp>
        <p:nvCxnSpPr>
          <p:cNvPr id="3" name="직선 연결선 2">
            <a:extLst>
              <a:ext uri="{FF2B5EF4-FFF2-40B4-BE49-F238E27FC236}">
                <a16:creationId xmlns:a16="http://schemas.microsoft.com/office/drawing/2014/main" id="{B07D301C-074C-FFBF-0C89-1B9BC0770993}"/>
              </a:ext>
            </a:extLst>
          </p:cNvPr>
          <p:cNvCxnSpPr>
            <a:cxnSpLocks/>
          </p:cNvCxnSpPr>
          <p:nvPr/>
        </p:nvCxnSpPr>
        <p:spPr>
          <a:xfrm>
            <a:off x="0" y="368660"/>
            <a:ext cx="9144000" cy="6300700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6" name="직선 연결선 5">
            <a:extLst>
              <a:ext uri="{FF2B5EF4-FFF2-40B4-BE49-F238E27FC236}">
                <a16:creationId xmlns:a16="http://schemas.microsoft.com/office/drawing/2014/main" id="{1F7A7A7D-9992-9658-95DC-C14F8EFEDBC6}"/>
              </a:ext>
            </a:extLst>
          </p:cNvPr>
          <p:cNvCxnSpPr>
            <a:cxnSpLocks/>
          </p:cNvCxnSpPr>
          <p:nvPr/>
        </p:nvCxnSpPr>
        <p:spPr>
          <a:xfrm flipH="1">
            <a:off x="0" y="332656"/>
            <a:ext cx="9144000" cy="6336704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1370229184"/>
      </p:ext>
    </p:extLst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fontAlgn="base"/>
            <a:r>
              <a:rPr lang="en-US" altLang="ko-KR" dirty="0"/>
              <a:t>7.3 </a:t>
            </a:r>
            <a:r>
              <a:rPr lang="ko-KR" altLang="en-US" dirty="0"/>
              <a:t>파일 추가와 삭제 기능</a:t>
            </a:r>
          </a:p>
        </p:txBody>
      </p:sp>
      <p:sp>
        <p:nvSpPr>
          <p:cNvPr id="4" name="슬라이드 번호 개체 틀 3"/>
          <p:cNvSpPr>
            <a:spLocks noGrp="1"/>
          </p:cNvSpPr>
          <p:nvPr>
            <p:ph type="sldNum" sz="quarter" idx="4"/>
          </p:nvPr>
        </p:nvSpPr>
        <p:spPr/>
        <p:txBody>
          <a:bodyPr/>
          <a:lstStyle/>
          <a:p>
            <a:fld id="{5AA8C37D-6ADA-49EE-B609-6DB056DA936F}" type="slidenum">
              <a:rPr lang="ko-KR" altLang="en-US" smtClean="0"/>
              <a:pPr/>
              <a:t>24</a:t>
            </a:fld>
            <a:endParaRPr lang="ko-KR" altLang="en-US" dirty="0"/>
          </a:p>
        </p:txBody>
      </p:sp>
      <p:sp>
        <p:nvSpPr>
          <p:cNvPr id="5" name="직사각형 4">
            <a:extLst>
              <a:ext uri="{FF2B5EF4-FFF2-40B4-BE49-F238E27FC236}">
                <a16:creationId xmlns:a16="http://schemas.microsoft.com/office/drawing/2014/main" id="{A543F91A-4A44-48D6-91A7-2A0EAF615EDA}"/>
              </a:ext>
            </a:extLst>
          </p:cNvPr>
          <p:cNvSpPr/>
          <p:nvPr/>
        </p:nvSpPr>
        <p:spPr>
          <a:xfrm>
            <a:off x="683568" y="886775"/>
            <a:ext cx="8131410" cy="4470519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fontAlgn="base">
              <a:lnSpc>
                <a:spcPct val="120000"/>
              </a:lnSpc>
            </a:pPr>
            <a:r>
              <a:rPr lang="en-US" altLang="ko-KR" sz="1400" dirty="0">
                <a:latin typeface="D2Coding" panose="020B0609020101020101" pitchFamily="49" charset="-127"/>
                <a:ea typeface="D2Coding" panose="020B0609020101020101" pitchFamily="49" charset="-127"/>
                <a:cs typeface="Consolas" panose="020B0609020204030204" pitchFamily="49" charset="0"/>
              </a:rPr>
              <a:t> 32: &lt;%</a:t>
            </a:r>
          </a:p>
          <a:p>
            <a:pPr fontAlgn="base">
              <a:lnSpc>
                <a:spcPct val="120000"/>
              </a:lnSpc>
            </a:pPr>
            <a:r>
              <a:rPr lang="en-US" altLang="ko-KR" sz="1400" dirty="0">
                <a:latin typeface="D2Coding" panose="020B0609020101020101" pitchFamily="49" charset="-127"/>
                <a:ea typeface="D2Coding" panose="020B0609020101020101" pitchFamily="49" charset="-127"/>
                <a:cs typeface="Consolas" panose="020B0609020204030204" pitchFamily="49" charset="0"/>
              </a:rPr>
              <a:t> 33:     // "upload"</a:t>
            </a:r>
            <a:r>
              <a:rPr lang="ko-KR" altLang="en-US" sz="1400" dirty="0">
                <a:latin typeface="D2Coding" panose="020B0609020101020101" pitchFamily="49" charset="-127"/>
                <a:ea typeface="D2Coding" panose="020B0609020101020101" pitchFamily="49" charset="-127"/>
                <a:cs typeface="Consolas" panose="020B0609020204030204" pitchFamily="49" charset="0"/>
              </a:rPr>
              <a:t>라는 이름의 업로드 태그로부터 전달된 데이터를 </a:t>
            </a:r>
            <a:r>
              <a:rPr lang="ko-KR" altLang="en-US" sz="1400" dirty="0" err="1">
                <a:latin typeface="D2Coding" panose="020B0609020101020101" pitchFamily="49" charset="-127"/>
                <a:ea typeface="D2Coding" panose="020B0609020101020101" pitchFamily="49" charset="-127"/>
                <a:cs typeface="Consolas" panose="020B0609020204030204" pitchFamily="49" charset="0"/>
              </a:rPr>
              <a:t>담고있는</a:t>
            </a:r>
            <a:r>
              <a:rPr lang="ko-KR" altLang="en-US" sz="1400" dirty="0">
                <a:latin typeface="D2Coding" panose="020B0609020101020101" pitchFamily="49" charset="-127"/>
                <a:ea typeface="D2Coding" panose="020B0609020101020101" pitchFamily="49" charset="-127"/>
                <a:cs typeface="Consolas" panose="020B0609020204030204" pitchFamily="49" charset="0"/>
              </a:rPr>
              <a:t> 파트 객체 얻기     </a:t>
            </a:r>
          </a:p>
          <a:p>
            <a:pPr fontAlgn="base">
              <a:lnSpc>
                <a:spcPct val="120000"/>
              </a:lnSpc>
            </a:pPr>
            <a:r>
              <a:rPr lang="ko-KR" altLang="en-US" sz="1400" dirty="0">
                <a:latin typeface="D2Coding" panose="020B0609020101020101" pitchFamily="49" charset="-127"/>
                <a:ea typeface="D2Coding" panose="020B0609020101020101" pitchFamily="49" charset="-127"/>
                <a:cs typeface="Consolas" panose="020B0609020204030204" pitchFamily="49" charset="0"/>
              </a:rPr>
              <a:t> </a:t>
            </a:r>
            <a:r>
              <a:rPr lang="en-US" altLang="ko-KR" sz="1400" dirty="0">
                <a:latin typeface="D2Coding" panose="020B0609020101020101" pitchFamily="49" charset="-127"/>
                <a:ea typeface="D2Coding" panose="020B0609020101020101" pitchFamily="49" charset="-127"/>
                <a:cs typeface="Consolas" panose="020B0609020204030204" pitchFamily="49" charset="0"/>
              </a:rPr>
              <a:t>34:     Part </a:t>
            </a:r>
            <a:r>
              <a:rPr lang="en-US" altLang="ko-KR" sz="1400" dirty="0" err="1">
                <a:latin typeface="D2Coding" panose="020B0609020101020101" pitchFamily="49" charset="-127"/>
                <a:ea typeface="D2Coding" panose="020B0609020101020101" pitchFamily="49" charset="-127"/>
                <a:cs typeface="Consolas" panose="020B0609020204030204" pitchFamily="49" charset="0"/>
              </a:rPr>
              <a:t>part</a:t>
            </a:r>
            <a:r>
              <a:rPr lang="en-US" altLang="ko-KR" sz="1400" dirty="0">
                <a:latin typeface="D2Coding" panose="020B0609020101020101" pitchFamily="49" charset="-127"/>
                <a:ea typeface="D2Coding" panose="020B0609020101020101" pitchFamily="49" charset="-127"/>
                <a:cs typeface="Consolas" panose="020B0609020204030204" pitchFamily="49" charset="0"/>
              </a:rPr>
              <a:t> = </a:t>
            </a:r>
            <a:r>
              <a:rPr lang="en-US" altLang="ko-KR" sz="1400" dirty="0" err="1">
                <a:latin typeface="D2Coding" panose="020B0609020101020101" pitchFamily="49" charset="-127"/>
                <a:ea typeface="D2Coding" panose="020B0609020101020101" pitchFamily="49" charset="-127"/>
                <a:cs typeface="Consolas" panose="020B0609020204030204" pitchFamily="49" charset="0"/>
              </a:rPr>
              <a:t>request.getPart</a:t>
            </a:r>
            <a:r>
              <a:rPr lang="en-US" altLang="ko-KR" sz="1400" dirty="0">
                <a:latin typeface="D2Coding" panose="020B0609020101020101" pitchFamily="49" charset="-127"/>
                <a:ea typeface="D2Coding" panose="020B0609020101020101" pitchFamily="49" charset="-127"/>
                <a:cs typeface="Consolas" panose="020B0609020204030204" pitchFamily="49" charset="0"/>
              </a:rPr>
              <a:t>("upload");</a:t>
            </a:r>
          </a:p>
          <a:p>
            <a:pPr fontAlgn="base">
              <a:lnSpc>
                <a:spcPct val="120000"/>
              </a:lnSpc>
            </a:pPr>
            <a:r>
              <a:rPr lang="en-US" altLang="ko-KR" sz="1400" dirty="0">
                <a:latin typeface="D2Coding" panose="020B0609020101020101" pitchFamily="49" charset="-127"/>
                <a:ea typeface="D2Coding" panose="020B0609020101020101" pitchFamily="49" charset="-127"/>
                <a:cs typeface="Consolas" panose="020B0609020204030204" pitchFamily="49" charset="0"/>
              </a:rPr>
              <a:t> 35:     </a:t>
            </a:r>
          </a:p>
          <a:p>
            <a:pPr fontAlgn="base">
              <a:lnSpc>
                <a:spcPct val="120000"/>
              </a:lnSpc>
            </a:pPr>
            <a:r>
              <a:rPr lang="en-US" altLang="ko-KR" sz="1400" dirty="0">
                <a:latin typeface="D2Coding" panose="020B0609020101020101" pitchFamily="49" charset="-127"/>
                <a:ea typeface="D2Coding" panose="020B0609020101020101" pitchFamily="49" charset="-127"/>
                <a:cs typeface="Consolas" panose="020B0609020204030204" pitchFamily="49" charset="0"/>
              </a:rPr>
              <a:t> 36:     if (</a:t>
            </a:r>
            <a:r>
              <a:rPr lang="en-US" altLang="ko-KR" sz="1400" dirty="0" err="1">
                <a:latin typeface="D2Coding" panose="020B0609020101020101" pitchFamily="49" charset="-127"/>
                <a:ea typeface="D2Coding" panose="020B0609020101020101" pitchFamily="49" charset="-127"/>
                <a:cs typeface="Consolas" panose="020B0609020204030204" pitchFamily="49" charset="0"/>
              </a:rPr>
              <a:t>part.getSize</a:t>
            </a:r>
            <a:r>
              <a:rPr lang="en-US" altLang="ko-KR" sz="1400" dirty="0">
                <a:latin typeface="D2Coding" panose="020B0609020101020101" pitchFamily="49" charset="-127"/>
                <a:ea typeface="D2Coding" panose="020B0609020101020101" pitchFamily="49" charset="-127"/>
                <a:cs typeface="Consolas" panose="020B0609020204030204" pitchFamily="49" charset="0"/>
              </a:rPr>
              <a:t>() &gt; 0) {</a:t>
            </a:r>
          </a:p>
          <a:p>
            <a:pPr fontAlgn="base">
              <a:lnSpc>
                <a:spcPct val="120000"/>
              </a:lnSpc>
            </a:pPr>
            <a:r>
              <a:rPr lang="en-US" altLang="ko-KR" sz="1400" dirty="0">
                <a:latin typeface="D2Coding" panose="020B0609020101020101" pitchFamily="49" charset="-127"/>
                <a:ea typeface="D2Coding" panose="020B0609020101020101" pitchFamily="49" charset="-127"/>
                <a:cs typeface="Consolas" panose="020B0609020204030204" pitchFamily="49" charset="0"/>
              </a:rPr>
              <a:t> 37:         // </a:t>
            </a:r>
            <a:r>
              <a:rPr lang="ko-KR" altLang="en-US" sz="1400" dirty="0">
                <a:latin typeface="D2Coding" panose="020B0609020101020101" pitchFamily="49" charset="-127"/>
                <a:ea typeface="D2Coding" panose="020B0609020101020101" pitchFamily="49" charset="-127"/>
                <a:cs typeface="Consolas" panose="020B0609020204030204" pitchFamily="49" charset="0"/>
              </a:rPr>
              <a:t>파일을 저장할 시스템 경로 얻기</a:t>
            </a:r>
          </a:p>
          <a:p>
            <a:pPr fontAlgn="base">
              <a:lnSpc>
                <a:spcPct val="120000"/>
              </a:lnSpc>
            </a:pPr>
            <a:r>
              <a:rPr lang="ko-KR" altLang="en-US" sz="1400" dirty="0">
                <a:latin typeface="D2Coding" panose="020B0609020101020101" pitchFamily="49" charset="-127"/>
                <a:ea typeface="D2Coding" panose="020B0609020101020101" pitchFamily="49" charset="-127"/>
                <a:cs typeface="Consolas" panose="020B0609020204030204" pitchFamily="49" charset="0"/>
              </a:rPr>
              <a:t> </a:t>
            </a:r>
            <a:r>
              <a:rPr lang="en-US" altLang="ko-KR" sz="1400" dirty="0">
                <a:latin typeface="D2Coding" panose="020B0609020101020101" pitchFamily="49" charset="-127"/>
                <a:ea typeface="D2Coding" panose="020B0609020101020101" pitchFamily="49" charset="-127"/>
                <a:cs typeface="Consolas" panose="020B0609020204030204" pitchFamily="49" charset="0"/>
              </a:rPr>
              <a:t>38:         String path = </a:t>
            </a:r>
            <a:r>
              <a:rPr lang="en-US" altLang="ko-KR" sz="1400" dirty="0" err="1">
                <a:latin typeface="D2Coding" panose="020B0609020101020101" pitchFamily="49" charset="-127"/>
                <a:ea typeface="D2Coding" panose="020B0609020101020101" pitchFamily="49" charset="-127"/>
                <a:cs typeface="Consolas" panose="020B0609020204030204" pitchFamily="49" charset="0"/>
              </a:rPr>
              <a:t>application.getRealPath</a:t>
            </a:r>
            <a:r>
              <a:rPr lang="en-US" altLang="ko-KR" sz="1400" dirty="0">
                <a:latin typeface="D2Coding" panose="020B0609020101020101" pitchFamily="49" charset="-127"/>
                <a:ea typeface="D2Coding" panose="020B0609020101020101" pitchFamily="49" charset="-127"/>
                <a:cs typeface="Consolas" panose="020B0609020204030204" pitchFamily="49" charset="0"/>
              </a:rPr>
              <a:t>("/files/");</a:t>
            </a:r>
          </a:p>
          <a:p>
            <a:pPr fontAlgn="base">
              <a:lnSpc>
                <a:spcPct val="120000"/>
              </a:lnSpc>
            </a:pPr>
            <a:r>
              <a:rPr lang="en-US" altLang="ko-KR" sz="1400" dirty="0">
                <a:latin typeface="D2Coding" panose="020B0609020101020101" pitchFamily="49" charset="-127"/>
                <a:ea typeface="D2Coding" panose="020B0609020101020101" pitchFamily="49" charset="-127"/>
                <a:cs typeface="Consolas" panose="020B0609020204030204" pitchFamily="49" charset="0"/>
              </a:rPr>
              <a:t> 39:         </a:t>
            </a:r>
          </a:p>
          <a:p>
            <a:pPr fontAlgn="base">
              <a:lnSpc>
                <a:spcPct val="120000"/>
              </a:lnSpc>
            </a:pPr>
            <a:r>
              <a:rPr lang="en-US" altLang="ko-KR" sz="1400" dirty="0">
                <a:latin typeface="D2Coding" panose="020B0609020101020101" pitchFamily="49" charset="-127"/>
                <a:ea typeface="D2Coding" panose="020B0609020101020101" pitchFamily="49" charset="-127"/>
                <a:cs typeface="Consolas" panose="020B0609020204030204" pitchFamily="49" charset="0"/>
              </a:rPr>
              <a:t> 40:         // </a:t>
            </a:r>
            <a:r>
              <a:rPr lang="ko-KR" altLang="en-US" sz="1400" dirty="0" err="1">
                <a:latin typeface="D2Coding" panose="020B0609020101020101" pitchFamily="49" charset="-127"/>
                <a:ea typeface="D2Coding" panose="020B0609020101020101" pitchFamily="49" charset="-127"/>
                <a:cs typeface="Consolas" panose="020B0609020204030204" pitchFamily="49" charset="0"/>
              </a:rPr>
              <a:t>업로드된</a:t>
            </a:r>
            <a:r>
              <a:rPr lang="ko-KR" altLang="en-US" sz="1400" dirty="0">
                <a:latin typeface="D2Coding" panose="020B0609020101020101" pitchFamily="49" charset="-127"/>
                <a:ea typeface="D2Coding" panose="020B0609020101020101" pitchFamily="49" charset="-127"/>
                <a:cs typeface="Consolas" panose="020B0609020204030204" pitchFamily="49" charset="0"/>
              </a:rPr>
              <a:t> 파일명 얻기</a:t>
            </a:r>
          </a:p>
          <a:p>
            <a:pPr fontAlgn="base">
              <a:lnSpc>
                <a:spcPct val="120000"/>
              </a:lnSpc>
            </a:pPr>
            <a:r>
              <a:rPr lang="ko-KR" altLang="en-US" sz="1400" dirty="0">
                <a:latin typeface="D2Coding" panose="020B0609020101020101" pitchFamily="49" charset="-127"/>
                <a:ea typeface="D2Coding" panose="020B0609020101020101" pitchFamily="49" charset="-127"/>
                <a:cs typeface="Consolas" panose="020B0609020204030204" pitchFamily="49" charset="0"/>
              </a:rPr>
              <a:t> </a:t>
            </a:r>
            <a:r>
              <a:rPr lang="en-US" altLang="ko-KR" sz="1400" dirty="0">
                <a:latin typeface="D2Coding" panose="020B0609020101020101" pitchFamily="49" charset="-127"/>
                <a:ea typeface="D2Coding" panose="020B0609020101020101" pitchFamily="49" charset="-127"/>
                <a:cs typeface="Consolas" panose="020B0609020204030204" pitchFamily="49" charset="0"/>
              </a:rPr>
              <a:t>41:         String </a:t>
            </a:r>
            <a:r>
              <a:rPr lang="en-US" altLang="ko-KR" sz="1400" dirty="0" err="1">
                <a:latin typeface="D2Coding" panose="020B0609020101020101" pitchFamily="49" charset="-127"/>
                <a:ea typeface="D2Coding" panose="020B0609020101020101" pitchFamily="49" charset="-127"/>
                <a:cs typeface="Consolas" panose="020B0609020204030204" pitchFamily="49" charset="0"/>
              </a:rPr>
              <a:t>fileName</a:t>
            </a:r>
            <a:r>
              <a:rPr lang="en-US" altLang="ko-KR" sz="1400" dirty="0">
                <a:latin typeface="D2Coding" panose="020B0609020101020101" pitchFamily="49" charset="-127"/>
                <a:ea typeface="D2Coding" panose="020B0609020101020101" pitchFamily="49" charset="-127"/>
                <a:cs typeface="Consolas" panose="020B0609020204030204" pitchFamily="49" charset="0"/>
              </a:rPr>
              <a:t> = </a:t>
            </a:r>
            <a:r>
              <a:rPr lang="en-US" altLang="ko-KR" sz="1400" dirty="0" err="1">
                <a:latin typeface="D2Coding" panose="020B0609020101020101" pitchFamily="49" charset="-127"/>
                <a:ea typeface="D2Coding" panose="020B0609020101020101" pitchFamily="49" charset="-127"/>
                <a:cs typeface="Consolas" panose="020B0609020204030204" pitchFamily="49" charset="0"/>
              </a:rPr>
              <a:t>part.getSubmittedFileName</a:t>
            </a:r>
            <a:r>
              <a:rPr lang="en-US" altLang="ko-KR" sz="1400" dirty="0">
                <a:latin typeface="D2Coding" panose="020B0609020101020101" pitchFamily="49" charset="-127"/>
                <a:ea typeface="D2Coding" panose="020B0609020101020101" pitchFamily="49" charset="-127"/>
                <a:cs typeface="Consolas" panose="020B0609020204030204" pitchFamily="49" charset="0"/>
              </a:rPr>
              <a:t>();</a:t>
            </a:r>
          </a:p>
          <a:p>
            <a:pPr fontAlgn="base">
              <a:lnSpc>
                <a:spcPct val="120000"/>
              </a:lnSpc>
            </a:pPr>
            <a:r>
              <a:rPr lang="en-US" altLang="ko-KR" sz="1400" dirty="0">
                <a:latin typeface="D2Coding" panose="020B0609020101020101" pitchFamily="49" charset="-127"/>
                <a:ea typeface="D2Coding" panose="020B0609020101020101" pitchFamily="49" charset="-127"/>
                <a:cs typeface="Consolas" panose="020B0609020204030204" pitchFamily="49" charset="0"/>
              </a:rPr>
              <a:t> 42:         </a:t>
            </a:r>
          </a:p>
          <a:p>
            <a:pPr fontAlgn="base">
              <a:lnSpc>
                <a:spcPct val="120000"/>
              </a:lnSpc>
            </a:pPr>
            <a:r>
              <a:rPr lang="en-US" altLang="ko-KR" sz="1400" dirty="0">
                <a:latin typeface="D2Coding" panose="020B0609020101020101" pitchFamily="49" charset="-127"/>
                <a:ea typeface="D2Coding" panose="020B0609020101020101" pitchFamily="49" charset="-127"/>
                <a:cs typeface="Consolas" panose="020B0609020204030204" pitchFamily="49" charset="0"/>
              </a:rPr>
              <a:t> 43:         // </a:t>
            </a:r>
            <a:r>
              <a:rPr lang="ko-KR" altLang="en-US" sz="1400" dirty="0">
                <a:latin typeface="D2Coding" panose="020B0609020101020101" pitchFamily="49" charset="-127"/>
                <a:ea typeface="D2Coding" panose="020B0609020101020101" pitchFamily="49" charset="-127"/>
                <a:cs typeface="Consolas" panose="020B0609020204030204" pitchFamily="49" charset="0"/>
              </a:rPr>
              <a:t>저장할 파일명 얻기</a:t>
            </a:r>
          </a:p>
          <a:p>
            <a:pPr fontAlgn="base">
              <a:lnSpc>
                <a:spcPct val="120000"/>
              </a:lnSpc>
            </a:pPr>
            <a:r>
              <a:rPr lang="ko-KR" altLang="en-US" sz="1400" dirty="0">
                <a:latin typeface="D2Coding" panose="020B0609020101020101" pitchFamily="49" charset="-127"/>
                <a:ea typeface="D2Coding" panose="020B0609020101020101" pitchFamily="49" charset="-127"/>
                <a:cs typeface="Consolas" panose="020B0609020204030204" pitchFamily="49" charset="0"/>
              </a:rPr>
              <a:t> </a:t>
            </a:r>
            <a:r>
              <a:rPr lang="en-US" altLang="ko-KR" sz="1400" dirty="0">
                <a:latin typeface="D2Coding" panose="020B0609020101020101" pitchFamily="49" charset="-127"/>
                <a:ea typeface="D2Coding" panose="020B0609020101020101" pitchFamily="49" charset="-127"/>
                <a:cs typeface="Consolas" panose="020B0609020204030204" pitchFamily="49" charset="0"/>
              </a:rPr>
              <a:t>44:         String </a:t>
            </a:r>
            <a:r>
              <a:rPr lang="en-US" altLang="ko-KR" sz="1400" dirty="0" err="1">
                <a:latin typeface="D2Coding" panose="020B0609020101020101" pitchFamily="49" charset="-127"/>
                <a:ea typeface="D2Coding" panose="020B0609020101020101" pitchFamily="49" charset="-127"/>
                <a:cs typeface="Consolas" panose="020B0609020204030204" pitchFamily="49" charset="0"/>
              </a:rPr>
              <a:t>fileNameToSave</a:t>
            </a:r>
            <a:r>
              <a:rPr lang="en-US" altLang="ko-KR" sz="1400" dirty="0">
                <a:latin typeface="D2Coding" panose="020B0609020101020101" pitchFamily="49" charset="-127"/>
                <a:ea typeface="D2Coding" panose="020B0609020101020101" pitchFamily="49" charset="-127"/>
                <a:cs typeface="Consolas" panose="020B0609020204030204" pitchFamily="49" charset="0"/>
              </a:rPr>
              <a:t> = </a:t>
            </a:r>
            <a:r>
              <a:rPr lang="en-US" altLang="ko-KR" sz="1400" dirty="0" err="1">
                <a:latin typeface="D2Coding" panose="020B0609020101020101" pitchFamily="49" charset="-127"/>
                <a:ea typeface="D2Coding" panose="020B0609020101020101" pitchFamily="49" charset="-127"/>
                <a:cs typeface="Consolas" panose="020B0609020204030204" pitchFamily="49" charset="0"/>
              </a:rPr>
              <a:t>getFileNameToSave</a:t>
            </a:r>
            <a:r>
              <a:rPr lang="en-US" altLang="ko-KR" sz="1400" dirty="0">
                <a:latin typeface="D2Coding" panose="020B0609020101020101" pitchFamily="49" charset="-127"/>
                <a:ea typeface="D2Coding" panose="020B0609020101020101" pitchFamily="49" charset="-127"/>
                <a:cs typeface="Consolas" panose="020B0609020204030204" pitchFamily="49" charset="0"/>
              </a:rPr>
              <a:t>(path, </a:t>
            </a:r>
            <a:r>
              <a:rPr lang="en-US" altLang="ko-KR" sz="1400" dirty="0" err="1">
                <a:latin typeface="D2Coding" panose="020B0609020101020101" pitchFamily="49" charset="-127"/>
                <a:ea typeface="D2Coding" panose="020B0609020101020101" pitchFamily="49" charset="-127"/>
                <a:cs typeface="Consolas" panose="020B0609020204030204" pitchFamily="49" charset="0"/>
              </a:rPr>
              <a:t>fileName</a:t>
            </a:r>
            <a:r>
              <a:rPr lang="en-US" altLang="ko-KR" sz="1400" dirty="0">
                <a:latin typeface="D2Coding" panose="020B0609020101020101" pitchFamily="49" charset="-127"/>
                <a:ea typeface="D2Coding" panose="020B0609020101020101" pitchFamily="49" charset="-127"/>
                <a:cs typeface="Consolas" panose="020B0609020204030204" pitchFamily="49" charset="0"/>
              </a:rPr>
              <a:t>);</a:t>
            </a:r>
          </a:p>
          <a:p>
            <a:pPr fontAlgn="base">
              <a:lnSpc>
                <a:spcPct val="120000"/>
              </a:lnSpc>
            </a:pPr>
            <a:r>
              <a:rPr lang="en-US" altLang="ko-KR" sz="1400" dirty="0">
                <a:latin typeface="D2Coding" panose="020B0609020101020101" pitchFamily="49" charset="-127"/>
                <a:ea typeface="D2Coding" panose="020B0609020101020101" pitchFamily="49" charset="-127"/>
                <a:cs typeface="Consolas" panose="020B0609020204030204" pitchFamily="49" charset="0"/>
              </a:rPr>
              <a:t> 45:     </a:t>
            </a:r>
          </a:p>
          <a:p>
            <a:pPr fontAlgn="base">
              <a:lnSpc>
                <a:spcPct val="120000"/>
              </a:lnSpc>
            </a:pPr>
            <a:r>
              <a:rPr lang="en-US" altLang="ko-KR" sz="1400" dirty="0">
                <a:latin typeface="D2Coding" panose="020B0609020101020101" pitchFamily="49" charset="-127"/>
                <a:ea typeface="D2Coding" panose="020B0609020101020101" pitchFamily="49" charset="-127"/>
                <a:cs typeface="Consolas" panose="020B0609020204030204" pitchFamily="49" charset="0"/>
              </a:rPr>
              <a:t> 46:         // </a:t>
            </a:r>
            <a:r>
              <a:rPr lang="ko-KR" altLang="en-US" sz="1400" dirty="0">
                <a:latin typeface="D2Coding" panose="020B0609020101020101" pitchFamily="49" charset="-127"/>
                <a:ea typeface="D2Coding" panose="020B0609020101020101" pitchFamily="49" charset="-127"/>
                <a:cs typeface="Consolas" panose="020B0609020204030204" pitchFamily="49" charset="0"/>
              </a:rPr>
              <a:t>파트 객체의 데이터를 파일로 쓰기</a:t>
            </a:r>
          </a:p>
          <a:p>
            <a:pPr fontAlgn="base">
              <a:lnSpc>
                <a:spcPct val="120000"/>
              </a:lnSpc>
            </a:pPr>
            <a:r>
              <a:rPr lang="ko-KR" altLang="en-US" sz="1400" dirty="0">
                <a:latin typeface="D2Coding" panose="020B0609020101020101" pitchFamily="49" charset="-127"/>
                <a:ea typeface="D2Coding" panose="020B0609020101020101" pitchFamily="49" charset="-127"/>
                <a:cs typeface="Consolas" panose="020B0609020204030204" pitchFamily="49" charset="0"/>
              </a:rPr>
              <a:t> </a:t>
            </a:r>
            <a:r>
              <a:rPr lang="en-US" altLang="ko-KR" sz="1400" dirty="0">
                <a:latin typeface="D2Coding" panose="020B0609020101020101" pitchFamily="49" charset="-127"/>
                <a:ea typeface="D2Coding" panose="020B0609020101020101" pitchFamily="49" charset="-127"/>
                <a:cs typeface="Consolas" panose="020B0609020204030204" pitchFamily="49" charset="0"/>
              </a:rPr>
              <a:t>47:         </a:t>
            </a:r>
            <a:r>
              <a:rPr lang="en-US" altLang="ko-KR" sz="1400" dirty="0" err="1">
                <a:latin typeface="D2Coding" panose="020B0609020101020101" pitchFamily="49" charset="-127"/>
                <a:ea typeface="D2Coding" panose="020B0609020101020101" pitchFamily="49" charset="-127"/>
                <a:cs typeface="Consolas" panose="020B0609020204030204" pitchFamily="49" charset="0"/>
              </a:rPr>
              <a:t>part.write</a:t>
            </a:r>
            <a:r>
              <a:rPr lang="en-US" altLang="ko-KR" sz="1400" dirty="0">
                <a:latin typeface="D2Coding" panose="020B0609020101020101" pitchFamily="49" charset="-127"/>
                <a:ea typeface="D2Coding" panose="020B0609020101020101" pitchFamily="49" charset="-127"/>
                <a:cs typeface="Consolas" panose="020B0609020204030204" pitchFamily="49" charset="0"/>
              </a:rPr>
              <a:t>(path + </a:t>
            </a:r>
            <a:r>
              <a:rPr lang="en-US" altLang="ko-KR" sz="1400" dirty="0" err="1">
                <a:latin typeface="D2Coding" panose="020B0609020101020101" pitchFamily="49" charset="-127"/>
                <a:ea typeface="D2Coding" panose="020B0609020101020101" pitchFamily="49" charset="-127"/>
                <a:cs typeface="Consolas" panose="020B0609020204030204" pitchFamily="49" charset="0"/>
              </a:rPr>
              <a:t>fileNameToSave</a:t>
            </a:r>
            <a:r>
              <a:rPr lang="en-US" altLang="ko-KR" sz="1400" dirty="0">
                <a:latin typeface="D2Coding" panose="020B0609020101020101" pitchFamily="49" charset="-127"/>
                <a:ea typeface="D2Coding" panose="020B0609020101020101" pitchFamily="49" charset="-127"/>
                <a:cs typeface="Consolas" panose="020B0609020204030204" pitchFamily="49" charset="0"/>
              </a:rPr>
              <a:t>);</a:t>
            </a:r>
          </a:p>
          <a:p>
            <a:pPr fontAlgn="base">
              <a:lnSpc>
                <a:spcPct val="120000"/>
              </a:lnSpc>
            </a:pPr>
            <a:r>
              <a:rPr lang="en-US" altLang="ko-KR" sz="1400" dirty="0">
                <a:latin typeface="D2Coding" panose="020B0609020101020101" pitchFamily="49" charset="-127"/>
                <a:ea typeface="D2Coding" panose="020B0609020101020101" pitchFamily="49" charset="-127"/>
                <a:cs typeface="Consolas" panose="020B0609020204030204" pitchFamily="49" charset="0"/>
              </a:rPr>
              <a:t> 48: </a:t>
            </a:r>
          </a:p>
        </p:txBody>
      </p:sp>
      <p:cxnSp>
        <p:nvCxnSpPr>
          <p:cNvPr id="3" name="직선 연결선 2">
            <a:extLst>
              <a:ext uri="{FF2B5EF4-FFF2-40B4-BE49-F238E27FC236}">
                <a16:creationId xmlns:a16="http://schemas.microsoft.com/office/drawing/2014/main" id="{1B025C94-4C0C-3F13-85C5-6ACE2E782B90}"/>
              </a:ext>
            </a:extLst>
          </p:cNvPr>
          <p:cNvCxnSpPr>
            <a:cxnSpLocks/>
          </p:cNvCxnSpPr>
          <p:nvPr/>
        </p:nvCxnSpPr>
        <p:spPr>
          <a:xfrm>
            <a:off x="0" y="368660"/>
            <a:ext cx="9144000" cy="6300700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6" name="직선 연결선 5">
            <a:extLst>
              <a:ext uri="{FF2B5EF4-FFF2-40B4-BE49-F238E27FC236}">
                <a16:creationId xmlns:a16="http://schemas.microsoft.com/office/drawing/2014/main" id="{D7D8F1F8-774C-F82F-33AD-69A04C47D736}"/>
              </a:ext>
            </a:extLst>
          </p:cNvPr>
          <p:cNvCxnSpPr>
            <a:cxnSpLocks/>
          </p:cNvCxnSpPr>
          <p:nvPr/>
        </p:nvCxnSpPr>
        <p:spPr>
          <a:xfrm flipH="1">
            <a:off x="0" y="332656"/>
            <a:ext cx="9144000" cy="6336704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2731437558"/>
      </p:ext>
    </p:extLst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fontAlgn="base"/>
            <a:r>
              <a:rPr lang="en-US" altLang="ko-KR" dirty="0"/>
              <a:t>7.3 </a:t>
            </a:r>
            <a:r>
              <a:rPr lang="ko-KR" altLang="en-US" dirty="0"/>
              <a:t>파일 추가와 삭제 기능</a:t>
            </a:r>
          </a:p>
        </p:txBody>
      </p:sp>
      <p:sp>
        <p:nvSpPr>
          <p:cNvPr id="4" name="슬라이드 번호 개체 틀 3"/>
          <p:cNvSpPr>
            <a:spLocks noGrp="1"/>
          </p:cNvSpPr>
          <p:nvPr>
            <p:ph type="sldNum" sz="quarter" idx="4"/>
          </p:nvPr>
        </p:nvSpPr>
        <p:spPr/>
        <p:txBody>
          <a:bodyPr/>
          <a:lstStyle/>
          <a:p>
            <a:fld id="{5AA8C37D-6ADA-49EE-B609-6DB056DA936F}" type="slidenum">
              <a:rPr lang="ko-KR" altLang="en-US" smtClean="0"/>
              <a:pPr/>
              <a:t>25</a:t>
            </a:fld>
            <a:endParaRPr lang="ko-KR" altLang="en-US" dirty="0"/>
          </a:p>
        </p:txBody>
      </p:sp>
      <p:sp>
        <p:nvSpPr>
          <p:cNvPr id="5" name="직사각형 4">
            <a:extLst>
              <a:ext uri="{FF2B5EF4-FFF2-40B4-BE49-F238E27FC236}">
                <a16:creationId xmlns:a16="http://schemas.microsoft.com/office/drawing/2014/main" id="{A543F91A-4A44-48D6-91A7-2A0EAF615EDA}"/>
              </a:ext>
            </a:extLst>
          </p:cNvPr>
          <p:cNvSpPr/>
          <p:nvPr/>
        </p:nvSpPr>
        <p:spPr>
          <a:xfrm>
            <a:off x="905086" y="906179"/>
            <a:ext cx="7333828" cy="5504648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fontAlgn="base">
              <a:lnSpc>
                <a:spcPct val="120000"/>
              </a:lnSpc>
            </a:pPr>
            <a:r>
              <a:rPr lang="en-US" altLang="ko-KR" sz="1400" dirty="0">
                <a:solidFill>
                  <a:srgbClr val="FF0000"/>
                </a:solidFill>
                <a:latin typeface="D2Coding" panose="020B0609020101020101" pitchFamily="49" charset="-127"/>
                <a:ea typeface="D2Coding" panose="020B0609020101020101" pitchFamily="49" charset="-127"/>
                <a:cs typeface="Consolas" panose="020B0609020204030204" pitchFamily="49" charset="0"/>
              </a:rPr>
              <a:t> 49:         // DB</a:t>
            </a:r>
            <a:r>
              <a:rPr lang="ko-KR" altLang="en-US" sz="1400" dirty="0">
                <a:solidFill>
                  <a:srgbClr val="FF0000"/>
                </a:solidFill>
                <a:latin typeface="D2Coding" panose="020B0609020101020101" pitchFamily="49" charset="-127"/>
                <a:ea typeface="D2Coding" panose="020B0609020101020101" pitchFamily="49" charset="-127"/>
                <a:cs typeface="Consolas" panose="020B0609020204030204" pitchFamily="49" charset="0"/>
              </a:rPr>
              <a:t>에 파일 정보 저장</a:t>
            </a:r>
          </a:p>
          <a:p>
            <a:pPr fontAlgn="base">
              <a:lnSpc>
                <a:spcPct val="120000"/>
              </a:lnSpc>
            </a:pPr>
            <a:r>
              <a:rPr lang="ko-KR" altLang="en-US" sz="1400" dirty="0">
                <a:solidFill>
                  <a:srgbClr val="FF0000"/>
                </a:solidFill>
                <a:latin typeface="D2Coding" panose="020B0609020101020101" pitchFamily="49" charset="-127"/>
                <a:ea typeface="D2Coding" panose="020B0609020101020101" pitchFamily="49" charset="-127"/>
                <a:cs typeface="Consolas" panose="020B0609020204030204" pitchFamily="49" charset="0"/>
              </a:rPr>
              <a:t> </a:t>
            </a:r>
            <a:r>
              <a:rPr lang="en-US" altLang="ko-KR" sz="1400" dirty="0">
                <a:solidFill>
                  <a:srgbClr val="FF0000"/>
                </a:solidFill>
                <a:latin typeface="D2Coding" panose="020B0609020101020101" pitchFamily="49" charset="-127"/>
                <a:ea typeface="D2Coding" panose="020B0609020101020101" pitchFamily="49" charset="-127"/>
                <a:cs typeface="Consolas" panose="020B0609020204030204" pitchFamily="49" charset="0"/>
              </a:rPr>
              <a:t>50:         </a:t>
            </a:r>
            <a:r>
              <a:rPr lang="en-US" altLang="ko-KR" sz="1400" dirty="0" err="1">
                <a:solidFill>
                  <a:srgbClr val="FF0000"/>
                </a:solidFill>
                <a:latin typeface="D2Coding" panose="020B0609020101020101" pitchFamily="49" charset="-127"/>
                <a:ea typeface="D2Coding" panose="020B0609020101020101" pitchFamily="49" charset="-127"/>
                <a:cs typeface="Consolas" panose="020B0609020204030204" pitchFamily="49" charset="0"/>
              </a:rPr>
              <a:t>Class.forName</a:t>
            </a:r>
            <a:r>
              <a:rPr lang="en-US" altLang="ko-KR" sz="1400" dirty="0">
                <a:solidFill>
                  <a:srgbClr val="FF0000"/>
                </a:solidFill>
                <a:latin typeface="D2Coding" panose="020B0609020101020101" pitchFamily="49" charset="-127"/>
                <a:ea typeface="D2Coding" panose="020B0609020101020101" pitchFamily="49" charset="-127"/>
                <a:cs typeface="Consolas" panose="020B0609020204030204" pitchFamily="49" charset="0"/>
              </a:rPr>
              <a:t>("</a:t>
            </a:r>
            <a:r>
              <a:rPr lang="en-US" altLang="ko-KR" sz="1400" dirty="0" err="1">
                <a:solidFill>
                  <a:srgbClr val="FF0000"/>
                </a:solidFill>
                <a:latin typeface="D2Coding" panose="020B0609020101020101" pitchFamily="49" charset="-127"/>
                <a:ea typeface="D2Coding" panose="020B0609020101020101" pitchFamily="49" charset="-127"/>
                <a:cs typeface="Consolas" panose="020B0609020204030204" pitchFamily="49" charset="0"/>
              </a:rPr>
              <a:t>org.mariadb.jdbc.Driver</a:t>
            </a:r>
            <a:r>
              <a:rPr lang="en-US" altLang="ko-KR" sz="1400" dirty="0">
                <a:solidFill>
                  <a:srgbClr val="FF0000"/>
                </a:solidFill>
                <a:latin typeface="D2Coding" panose="020B0609020101020101" pitchFamily="49" charset="-127"/>
                <a:ea typeface="D2Coding" panose="020B0609020101020101" pitchFamily="49" charset="-127"/>
                <a:cs typeface="Consolas" panose="020B0609020204030204" pitchFamily="49" charset="0"/>
              </a:rPr>
              <a:t>");</a:t>
            </a:r>
          </a:p>
          <a:p>
            <a:pPr fontAlgn="base">
              <a:lnSpc>
                <a:spcPct val="120000"/>
              </a:lnSpc>
            </a:pPr>
            <a:r>
              <a:rPr lang="en-US" altLang="ko-KR" sz="1400" dirty="0">
                <a:solidFill>
                  <a:srgbClr val="FF0000"/>
                </a:solidFill>
                <a:latin typeface="D2Coding" panose="020B0609020101020101" pitchFamily="49" charset="-127"/>
                <a:ea typeface="D2Coding" panose="020B0609020101020101" pitchFamily="49" charset="-127"/>
                <a:cs typeface="Consolas" panose="020B0609020204030204" pitchFamily="49" charset="0"/>
              </a:rPr>
              <a:t> 51:         try (</a:t>
            </a:r>
          </a:p>
          <a:p>
            <a:pPr fontAlgn="base">
              <a:lnSpc>
                <a:spcPct val="120000"/>
              </a:lnSpc>
            </a:pPr>
            <a:r>
              <a:rPr lang="en-US" altLang="ko-KR" sz="1400" dirty="0">
                <a:solidFill>
                  <a:srgbClr val="FF0000"/>
                </a:solidFill>
                <a:latin typeface="D2Coding" panose="020B0609020101020101" pitchFamily="49" charset="-127"/>
                <a:ea typeface="D2Coding" panose="020B0609020101020101" pitchFamily="49" charset="-127"/>
                <a:cs typeface="Consolas" panose="020B0609020204030204" pitchFamily="49" charset="0"/>
              </a:rPr>
              <a:t> 52:             Connection conn = </a:t>
            </a:r>
            <a:r>
              <a:rPr lang="en-US" altLang="ko-KR" sz="1400" dirty="0" err="1">
                <a:solidFill>
                  <a:srgbClr val="FF0000"/>
                </a:solidFill>
                <a:latin typeface="D2Coding" panose="020B0609020101020101" pitchFamily="49" charset="-127"/>
                <a:ea typeface="D2Coding" panose="020B0609020101020101" pitchFamily="49" charset="-127"/>
                <a:cs typeface="Consolas" panose="020B0609020204030204" pitchFamily="49" charset="0"/>
              </a:rPr>
              <a:t>DriverManager.getConnection</a:t>
            </a:r>
            <a:r>
              <a:rPr lang="en-US" altLang="ko-KR" sz="1400" dirty="0">
                <a:solidFill>
                  <a:srgbClr val="FF0000"/>
                </a:solidFill>
                <a:latin typeface="D2Coding" panose="020B0609020101020101" pitchFamily="49" charset="-127"/>
                <a:ea typeface="D2Coding" panose="020B0609020101020101" pitchFamily="49" charset="-127"/>
                <a:cs typeface="Consolas" panose="020B0609020204030204" pitchFamily="49" charset="0"/>
              </a:rPr>
              <a:t>(</a:t>
            </a:r>
          </a:p>
          <a:p>
            <a:pPr fontAlgn="base">
              <a:lnSpc>
                <a:spcPct val="120000"/>
              </a:lnSpc>
            </a:pPr>
            <a:r>
              <a:rPr lang="en-US" altLang="ko-KR" sz="1400" dirty="0">
                <a:solidFill>
                  <a:srgbClr val="FF0000"/>
                </a:solidFill>
                <a:latin typeface="D2Coding" panose="020B0609020101020101" pitchFamily="49" charset="-127"/>
                <a:ea typeface="D2Coding" panose="020B0609020101020101" pitchFamily="49" charset="-127"/>
                <a:cs typeface="Consolas" panose="020B0609020204030204" pitchFamily="49" charset="0"/>
              </a:rPr>
              <a:t> 53:                     "</a:t>
            </a:r>
            <a:r>
              <a:rPr lang="en-US" altLang="ko-KR" sz="1400" dirty="0" err="1">
                <a:solidFill>
                  <a:srgbClr val="FF0000"/>
                </a:solidFill>
                <a:latin typeface="D2Coding" panose="020B0609020101020101" pitchFamily="49" charset="-127"/>
                <a:ea typeface="D2Coding" panose="020B0609020101020101" pitchFamily="49" charset="-127"/>
                <a:cs typeface="Consolas" panose="020B0609020204030204" pitchFamily="49" charset="0"/>
              </a:rPr>
              <a:t>jdbc:mariadb</a:t>
            </a:r>
            <a:r>
              <a:rPr lang="en-US" altLang="ko-KR" sz="1400" dirty="0">
                <a:solidFill>
                  <a:srgbClr val="FF0000"/>
                </a:solidFill>
                <a:latin typeface="D2Coding" panose="020B0609020101020101" pitchFamily="49" charset="-127"/>
                <a:ea typeface="D2Coding" panose="020B0609020101020101" pitchFamily="49" charset="-127"/>
                <a:cs typeface="Consolas" panose="020B0609020204030204" pitchFamily="49" charset="0"/>
              </a:rPr>
              <a:t>://localhost:3308/</a:t>
            </a:r>
            <a:r>
              <a:rPr lang="en-US" altLang="ko-KR" sz="1400" dirty="0" err="1">
                <a:solidFill>
                  <a:srgbClr val="FF0000"/>
                </a:solidFill>
                <a:latin typeface="D2Coding" panose="020B0609020101020101" pitchFamily="49" charset="-127"/>
                <a:ea typeface="D2Coding" panose="020B0609020101020101" pitchFamily="49" charset="-127"/>
                <a:cs typeface="Consolas" panose="020B0609020204030204" pitchFamily="49" charset="0"/>
              </a:rPr>
              <a:t>jspdb</a:t>
            </a:r>
            <a:r>
              <a:rPr lang="en-US" altLang="ko-KR" sz="1400" dirty="0">
                <a:solidFill>
                  <a:srgbClr val="FF0000"/>
                </a:solidFill>
                <a:latin typeface="D2Coding" panose="020B0609020101020101" pitchFamily="49" charset="-127"/>
                <a:ea typeface="D2Coding" panose="020B0609020101020101" pitchFamily="49" charset="-127"/>
                <a:cs typeface="Consolas" panose="020B0609020204030204" pitchFamily="49" charset="0"/>
              </a:rPr>
              <a:t>", "</a:t>
            </a:r>
            <a:r>
              <a:rPr lang="en-US" altLang="ko-KR" sz="1400" dirty="0" err="1">
                <a:solidFill>
                  <a:srgbClr val="FF0000"/>
                </a:solidFill>
                <a:latin typeface="D2Coding" panose="020B0609020101020101" pitchFamily="49" charset="-127"/>
                <a:ea typeface="D2Coding" panose="020B0609020101020101" pitchFamily="49" charset="-127"/>
                <a:cs typeface="Consolas" panose="020B0609020204030204" pitchFamily="49" charset="0"/>
              </a:rPr>
              <a:t>jsp</a:t>
            </a:r>
            <a:r>
              <a:rPr lang="en-US" altLang="ko-KR" sz="1400" dirty="0">
                <a:solidFill>
                  <a:srgbClr val="FF0000"/>
                </a:solidFill>
                <a:latin typeface="D2Coding" panose="020B0609020101020101" pitchFamily="49" charset="-127"/>
                <a:ea typeface="D2Coding" panose="020B0609020101020101" pitchFamily="49" charset="-127"/>
                <a:cs typeface="Consolas" panose="020B0609020204030204" pitchFamily="49" charset="0"/>
              </a:rPr>
              <a:t>", "1234");</a:t>
            </a:r>
          </a:p>
          <a:p>
            <a:pPr fontAlgn="base">
              <a:lnSpc>
                <a:spcPct val="120000"/>
              </a:lnSpc>
            </a:pPr>
            <a:r>
              <a:rPr lang="en-US" altLang="ko-KR" sz="1400" dirty="0">
                <a:solidFill>
                  <a:srgbClr val="FF0000"/>
                </a:solidFill>
                <a:latin typeface="D2Coding" panose="020B0609020101020101" pitchFamily="49" charset="-127"/>
                <a:ea typeface="D2Coding" panose="020B0609020101020101" pitchFamily="49" charset="-127"/>
                <a:cs typeface="Consolas" panose="020B0609020204030204" pitchFamily="49" charset="0"/>
              </a:rPr>
              <a:t> 54:             Statement </a:t>
            </a:r>
            <a:r>
              <a:rPr lang="en-US" altLang="ko-KR" sz="1400" dirty="0" err="1">
                <a:solidFill>
                  <a:srgbClr val="FF0000"/>
                </a:solidFill>
                <a:latin typeface="D2Coding" panose="020B0609020101020101" pitchFamily="49" charset="-127"/>
                <a:ea typeface="D2Coding" panose="020B0609020101020101" pitchFamily="49" charset="-127"/>
                <a:cs typeface="Consolas" panose="020B0609020204030204" pitchFamily="49" charset="0"/>
              </a:rPr>
              <a:t>stmt</a:t>
            </a:r>
            <a:r>
              <a:rPr lang="en-US" altLang="ko-KR" sz="1400" dirty="0">
                <a:solidFill>
                  <a:srgbClr val="FF0000"/>
                </a:solidFill>
                <a:latin typeface="D2Coding" panose="020B0609020101020101" pitchFamily="49" charset="-127"/>
                <a:ea typeface="D2Coding" panose="020B0609020101020101" pitchFamily="49" charset="-127"/>
                <a:cs typeface="Consolas" panose="020B0609020204030204" pitchFamily="49" charset="0"/>
              </a:rPr>
              <a:t> = </a:t>
            </a:r>
            <a:r>
              <a:rPr lang="en-US" altLang="ko-KR" sz="1400" dirty="0" err="1">
                <a:solidFill>
                  <a:srgbClr val="FF0000"/>
                </a:solidFill>
                <a:latin typeface="D2Coding" panose="020B0609020101020101" pitchFamily="49" charset="-127"/>
                <a:ea typeface="D2Coding" panose="020B0609020101020101" pitchFamily="49" charset="-127"/>
                <a:cs typeface="Consolas" panose="020B0609020204030204" pitchFamily="49" charset="0"/>
              </a:rPr>
              <a:t>conn.createStatement</a:t>
            </a:r>
            <a:r>
              <a:rPr lang="en-US" altLang="ko-KR" sz="1400" dirty="0">
                <a:solidFill>
                  <a:srgbClr val="FF0000"/>
                </a:solidFill>
                <a:latin typeface="D2Coding" panose="020B0609020101020101" pitchFamily="49" charset="-127"/>
                <a:ea typeface="D2Coding" panose="020B0609020101020101" pitchFamily="49" charset="-127"/>
                <a:cs typeface="Consolas" panose="020B0609020204030204" pitchFamily="49" charset="0"/>
              </a:rPr>
              <a:t>();</a:t>
            </a:r>
          </a:p>
          <a:p>
            <a:pPr fontAlgn="base">
              <a:lnSpc>
                <a:spcPct val="120000"/>
              </a:lnSpc>
            </a:pPr>
            <a:r>
              <a:rPr lang="en-US" altLang="ko-KR" sz="1400" dirty="0">
                <a:solidFill>
                  <a:srgbClr val="FF0000"/>
                </a:solidFill>
                <a:latin typeface="D2Coding" panose="020B0609020101020101" pitchFamily="49" charset="-127"/>
                <a:ea typeface="D2Coding" panose="020B0609020101020101" pitchFamily="49" charset="-127"/>
                <a:cs typeface="Consolas" panose="020B0609020204030204" pitchFamily="49" charset="0"/>
              </a:rPr>
              <a:t> 55:         ) {</a:t>
            </a:r>
          </a:p>
          <a:p>
            <a:pPr fontAlgn="base">
              <a:lnSpc>
                <a:spcPct val="120000"/>
              </a:lnSpc>
            </a:pPr>
            <a:r>
              <a:rPr lang="en-US" altLang="ko-KR" sz="1400" dirty="0">
                <a:solidFill>
                  <a:srgbClr val="FF0000"/>
                </a:solidFill>
                <a:latin typeface="D2Coding" panose="020B0609020101020101" pitchFamily="49" charset="-127"/>
                <a:ea typeface="D2Coding" panose="020B0609020101020101" pitchFamily="49" charset="-127"/>
                <a:cs typeface="Consolas" panose="020B0609020204030204" pitchFamily="49" charset="0"/>
              </a:rPr>
              <a:t> 56:             // </a:t>
            </a:r>
            <a:r>
              <a:rPr lang="ko-KR" altLang="en-US" sz="1400" dirty="0">
                <a:solidFill>
                  <a:srgbClr val="FF0000"/>
                </a:solidFill>
                <a:latin typeface="D2Coding" panose="020B0609020101020101" pitchFamily="49" charset="-127"/>
                <a:ea typeface="D2Coding" panose="020B0609020101020101" pitchFamily="49" charset="-127"/>
                <a:cs typeface="Consolas" panose="020B0609020204030204" pitchFamily="49" charset="0"/>
              </a:rPr>
              <a:t>현재 시간 얻기</a:t>
            </a:r>
          </a:p>
          <a:p>
            <a:pPr fontAlgn="base">
              <a:lnSpc>
                <a:spcPct val="120000"/>
              </a:lnSpc>
            </a:pPr>
            <a:r>
              <a:rPr lang="ko-KR" altLang="en-US" sz="1400" dirty="0">
                <a:solidFill>
                  <a:srgbClr val="FF0000"/>
                </a:solidFill>
                <a:latin typeface="D2Coding" panose="020B0609020101020101" pitchFamily="49" charset="-127"/>
                <a:ea typeface="D2Coding" panose="020B0609020101020101" pitchFamily="49" charset="-127"/>
                <a:cs typeface="Consolas" panose="020B0609020204030204" pitchFamily="49" charset="0"/>
              </a:rPr>
              <a:t> </a:t>
            </a:r>
            <a:r>
              <a:rPr lang="en-US" altLang="ko-KR" sz="1400" dirty="0">
                <a:solidFill>
                  <a:srgbClr val="FF0000"/>
                </a:solidFill>
                <a:latin typeface="D2Coding" panose="020B0609020101020101" pitchFamily="49" charset="-127"/>
                <a:ea typeface="D2Coding" panose="020B0609020101020101" pitchFamily="49" charset="-127"/>
                <a:cs typeface="Consolas" panose="020B0609020204030204" pitchFamily="49" charset="0"/>
              </a:rPr>
              <a:t>57:             String </a:t>
            </a:r>
            <a:r>
              <a:rPr lang="en-US" altLang="ko-KR" sz="1400" dirty="0" err="1">
                <a:solidFill>
                  <a:srgbClr val="FF0000"/>
                </a:solidFill>
                <a:latin typeface="D2Coding" panose="020B0609020101020101" pitchFamily="49" charset="-127"/>
                <a:ea typeface="D2Coding" panose="020B0609020101020101" pitchFamily="49" charset="-127"/>
                <a:cs typeface="Consolas" panose="020B0609020204030204" pitchFamily="49" charset="0"/>
              </a:rPr>
              <a:t>curTime</a:t>
            </a:r>
            <a:r>
              <a:rPr lang="en-US" altLang="ko-KR" sz="1400" dirty="0">
                <a:solidFill>
                  <a:srgbClr val="FF0000"/>
                </a:solidFill>
                <a:latin typeface="D2Coding" panose="020B0609020101020101" pitchFamily="49" charset="-127"/>
                <a:ea typeface="D2Coding" panose="020B0609020101020101" pitchFamily="49" charset="-127"/>
                <a:cs typeface="Consolas" panose="020B0609020204030204" pitchFamily="49" charset="0"/>
              </a:rPr>
              <a:t> = </a:t>
            </a:r>
            <a:r>
              <a:rPr lang="en-US" altLang="ko-KR" sz="1400" dirty="0" err="1">
                <a:solidFill>
                  <a:srgbClr val="FF0000"/>
                </a:solidFill>
                <a:latin typeface="D2Coding" panose="020B0609020101020101" pitchFamily="49" charset="-127"/>
                <a:ea typeface="D2Coding" panose="020B0609020101020101" pitchFamily="49" charset="-127"/>
                <a:cs typeface="Consolas" panose="020B0609020204030204" pitchFamily="49" charset="0"/>
              </a:rPr>
              <a:t>LocalDate.now</a:t>
            </a:r>
            <a:r>
              <a:rPr lang="en-US" altLang="ko-KR" sz="1400" dirty="0">
                <a:solidFill>
                  <a:srgbClr val="FF0000"/>
                </a:solidFill>
                <a:latin typeface="D2Coding" panose="020B0609020101020101" pitchFamily="49" charset="-127"/>
                <a:ea typeface="D2Coding" panose="020B0609020101020101" pitchFamily="49" charset="-127"/>
                <a:cs typeface="Consolas" panose="020B0609020204030204" pitchFamily="49" charset="0"/>
              </a:rPr>
              <a:t>() + " " +</a:t>
            </a:r>
          </a:p>
          <a:p>
            <a:pPr fontAlgn="base">
              <a:lnSpc>
                <a:spcPct val="120000"/>
              </a:lnSpc>
            </a:pPr>
            <a:r>
              <a:rPr lang="en-US" altLang="ko-KR" sz="1400" dirty="0">
                <a:solidFill>
                  <a:srgbClr val="FF0000"/>
                </a:solidFill>
                <a:latin typeface="D2Coding" panose="020B0609020101020101" pitchFamily="49" charset="-127"/>
                <a:ea typeface="D2Coding" panose="020B0609020101020101" pitchFamily="49" charset="-127"/>
                <a:cs typeface="Consolas" panose="020B0609020204030204" pitchFamily="49" charset="0"/>
              </a:rPr>
              <a:t> 58:                              </a:t>
            </a:r>
            <a:r>
              <a:rPr lang="en-US" altLang="ko-KR" sz="1400" dirty="0" err="1">
                <a:solidFill>
                  <a:srgbClr val="FF0000"/>
                </a:solidFill>
                <a:latin typeface="D2Coding" panose="020B0609020101020101" pitchFamily="49" charset="-127"/>
                <a:ea typeface="D2Coding" panose="020B0609020101020101" pitchFamily="49" charset="-127"/>
                <a:cs typeface="Consolas" panose="020B0609020204030204" pitchFamily="49" charset="0"/>
              </a:rPr>
              <a:t>LocalTime.now</a:t>
            </a:r>
            <a:r>
              <a:rPr lang="en-US" altLang="ko-KR" sz="1400" dirty="0">
                <a:solidFill>
                  <a:srgbClr val="FF0000"/>
                </a:solidFill>
                <a:latin typeface="D2Coding" panose="020B0609020101020101" pitchFamily="49" charset="-127"/>
                <a:ea typeface="D2Coding" panose="020B0609020101020101" pitchFamily="49" charset="-127"/>
                <a:cs typeface="Consolas" panose="020B0609020204030204" pitchFamily="49" charset="0"/>
              </a:rPr>
              <a:t>().</a:t>
            </a:r>
            <a:r>
              <a:rPr lang="en-US" altLang="ko-KR" sz="1400" dirty="0" err="1">
                <a:solidFill>
                  <a:srgbClr val="FF0000"/>
                </a:solidFill>
                <a:latin typeface="D2Coding" panose="020B0609020101020101" pitchFamily="49" charset="-127"/>
                <a:ea typeface="D2Coding" panose="020B0609020101020101" pitchFamily="49" charset="-127"/>
                <a:cs typeface="Consolas" panose="020B0609020204030204" pitchFamily="49" charset="0"/>
              </a:rPr>
              <a:t>toString</a:t>
            </a:r>
            <a:r>
              <a:rPr lang="en-US" altLang="ko-KR" sz="1400" dirty="0">
                <a:solidFill>
                  <a:srgbClr val="FF0000"/>
                </a:solidFill>
                <a:latin typeface="D2Coding" panose="020B0609020101020101" pitchFamily="49" charset="-127"/>
                <a:ea typeface="D2Coding" panose="020B0609020101020101" pitchFamily="49" charset="-127"/>
                <a:cs typeface="Consolas" panose="020B0609020204030204" pitchFamily="49" charset="0"/>
              </a:rPr>
              <a:t>().substring(0, 8);</a:t>
            </a:r>
          </a:p>
          <a:p>
            <a:pPr fontAlgn="base">
              <a:lnSpc>
                <a:spcPct val="120000"/>
              </a:lnSpc>
            </a:pPr>
            <a:r>
              <a:rPr lang="en-US" altLang="ko-KR" sz="1400" dirty="0">
                <a:solidFill>
                  <a:srgbClr val="FF0000"/>
                </a:solidFill>
                <a:latin typeface="D2Coding" panose="020B0609020101020101" pitchFamily="49" charset="-127"/>
                <a:ea typeface="D2Coding" panose="020B0609020101020101" pitchFamily="49" charset="-127"/>
                <a:cs typeface="Consolas" panose="020B0609020204030204" pitchFamily="49" charset="0"/>
              </a:rPr>
              <a:t> 59: </a:t>
            </a:r>
          </a:p>
          <a:p>
            <a:pPr fontAlgn="base">
              <a:lnSpc>
                <a:spcPct val="120000"/>
              </a:lnSpc>
            </a:pPr>
            <a:r>
              <a:rPr lang="en-US" altLang="ko-KR" sz="1400" dirty="0">
                <a:solidFill>
                  <a:srgbClr val="FF0000"/>
                </a:solidFill>
                <a:latin typeface="D2Coding" panose="020B0609020101020101" pitchFamily="49" charset="-127"/>
                <a:ea typeface="D2Coding" panose="020B0609020101020101" pitchFamily="49" charset="-127"/>
                <a:cs typeface="Consolas" panose="020B0609020204030204" pitchFamily="49" charset="0"/>
              </a:rPr>
              <a:t> 60:             // </a:t>
            </a:r>
            <a:r>
              <a:rPr lang="ko-KR" altLang="en-US" sz="1400" dirty="0">
                <a:solidFill>
                  <a:srgbClr val="FF0000"/>
                </a:solidFill>
                <a:latin typeface="D2Coding" panose="020B0609020101020101" pitchFamily="49" charset="-127"/>
                <a:ea typeface="D2Coding" panose="020B0609020101020101" pitchFamily="49" charset="-127"/>
                <a:cs typeface="Consolas" panose="020B0609020204030204" pitchFamily="49" charset="0"/>
              </a:rPr>
              <a:t>쿼리 실행</a:t>
            </a:r>
          </a:p>
          <a:p>
            <a:pPr fontAlgn="base">
              <a:lnSpc>
                <a:spcPct val="120000"/>
              </a:lnSpc>
            </a:pPr>
            <a:r>
              <a:rPr lang="ko-KR" altLang="en-US" sz="1400" dirty="0">
                <a:solidFill>
                  <a:srgbClr val="FF0000"/>
                </a:solidFill>
                <a:latin typeface="D2Coding" panose="020B0609020101020101" pitchFamily="49" charset="-127"/>
                <a:ea typeface="D2Coding" panose="020B0609020101020101" pitchFamily="49" charset="-127"/>
                <a:cs typeface="Consolas" panose="020B0609020204030204" pitchFamily="49" charset="0"/>
              </a:rPr>
              <a:t> </a:t>
            </a:r>
            <a:r>
              <a:rPr lang="en-US" altLang="ko-KR" sz="1400" dirty="0">
                <a:solidFill>
                  <a:srgbClr val="FF0000"/>
                </a:solidFill>
                <a:latin typeface="D2Coding" panose="020B0609020101020101" pitchFamily="49" charset="-127"/>
                <a:ea typeface="D2Coding" panose="020B0609020101020101" pitchFamily="49" charset="-127"/>
                <a:cs typeface="Consolas" panose="020B0609020204030204" pitchFamily="49" charset="0"/>
              </a:rPr>
              <a:t>61:             </a:t>
            </a:r>
            <a:r>
              <a:rPr lang="en-US" altLang="ko-KR" sz="1400" dirty="0" err="1">
                <a:solidFill>
                  <a:srgbClr val="FF0000"/>
                </a:solidFill>
                <a:latin typeface="D2Coding" panose="020B0609020101020101" pitchFamily="49" charset="-127"/>
                <a:ea typeface="D2Coding" panose="020B0609020101020101" pitchFamily="49" charset="-127"/>
                <a:cs typeface="Consolas" panose="020B0609020204030204" pitchFamily="49" charset="0"/>
              </a:rPr>
              <a:t>stmt.executeUpdate</a:t>
            </a:r>
            <a:r>
              <a:rPr lang="en-US" altLang="ko-KR" sz="1400" dirty="0">
                <a:solidFill>
                  <a:srgbClr val="FF0000"/>
                </a:solidFill>
                <a:latin typeface="D2Coding" panose="020B0609020101020101" pitchFamily="49" charset="-127"/>
                <a:ea typeface="D2Coding" panose="020B0609020101020101" pitchFamily="49" charset="-127"/>
                <a:cs typeface="Consolas" panose="020B0609020204030204" pitchFamily="49" charset="0"/>
              </a:rPr>
              <a:t>(</a:t>
            </a:r>
            <a:r>
              <a:rPr lang="en-US" altLang="ko-KR" sz="1400" dirty="0" err="1">
                <a:solidFill>
                  <a:srgbClr val="FF0000"/>
                </a:solidFill>
                <a:latin typeface="D2Coding" panose="020B0609020101020101" pitchFamily="49" charset="-127"/>
                <a:ea typeface="D2Coding" panose="020B0609020101020101" pitchFamily="49" charset="-127"/>
                <a:cs typeface="Consolas" panose="020B0609020204030204" pitchFamily="49" charset="0"/>
              </a:rPr>
              <a:t>String.format</a:t>
            </a:r>
            <a:r>
              <a:rPr lang="en-US" altLang="ko-KR" sz="1400" dirty="0">
                <a:solidFill>
                  <a:srgbClr val="FF0000"/>
                </a:solidFill>
                <a:latin typeface="D2Coding" panose="020B0609020101020101" pitchFamily="49" charset="-127"/>
                <a:ea typeface="D2Coding" panose="020B0609020101020101" pitchFamily="49" charset="-127"/>
                <a:cs typeface="Consolas" panose="020B0609020204030204" pitchFamily="49" charset="0"/>
              </a:rPr>
              <a:t>(</a:t>
            </a:r>
          </a:p>
          <a:p>
            <a:pPr fontAlgn="base">
              <a:lnSpc>
                <a:spcPct val="120000"/>
              </a:lnSpc>
            </a:pPr>
            <a:r>
              <a:rPr lang="en-US" altLang="ko-KR" sz="1400" dirty="0">
                <a:solidFill>
                  <a:srgbClr val="FF0000"/>
                </a:solidFill>
                <a:latin typeface="D2Coding" panose="020B0609020101020101" pitchFamily="49" charset="-127"/>
                <a:ea typeface="D2Coding" panose="020B0609020101020101" pitchFamily="49" charset="-127"/>
                <a:cs typeface="Consolas" panose="020B0609020204030204" pitchFamily="49" charset="0"/>
              </a:rPr>
              <a:t> 62:                 "insert into </a:t>
            </a:r>
            <a:r>
              <a:rPr lang="en-US" altLang="ko-KR" sz="1400" dirty="0" err="1">
                <a:solidFill>
                  <a:srgbClr val="FF0000"/>
                </a:solidFill>
                <a:latin typeface="D2Coding" panose="020B0609020101020101" pitchFamily="49" charset="-127"/>
                <a:ea typeface="D2Coding" panose="020B0609020101020101" pitchFamily="49" charset="-127"/>
                <a:cs typeface="Consolas" panose="020B0609020204030204" pitchFamily="49" charset="0"/>
              </a:rPr>
              <a:t>webhard</a:t>
            </a:r>
            <a:r>
              <a:rPr lang="en-US" altLang="ko-KR" sz="1400" dirty="0">
                <a:solidFill>
                  <a:srgbClr val="FF0000"/>
                </a:solidFill>
                <a:latin typeface="D2Coding" panose="020B0609020101020101" pitchFamily="49" charset="-127"/>
                <a:ea typeface="D2Coding" panose="020B0609020101020101" pitchFamily="49" charset="-127"/>
                <a:cs typeface="Consolas" panose="020B0609020204030204" pitchFamily="49" charset="0"/>
              </a:rPr>
              <a:t> (</a:t>
            </a:r>
            <a:r>
              <a:rPr lang="en-US" altLang="ko-KR" sz="1400" dirty="0" err="1">
                <a:solidFill>
                  <a:srgbClr val="FF0000"/>
                </a:solidFill>
                <a:latin typeface="D2Coding" panose="020B0609020101020101" pitchFamily="49" charset="-127"/>
                <a:ea typeface="D2Coding" panose="020B0609020101020101" pitchFamily="49" charset="-127"/>
                <a:cs typeface="Consolas" panose="020B0609020204030204" pitchFamily="49" charset="0"/>
              </a:rPr>
              <a:t>fname</a:t>
            </a:r>
            <a:r>
              <a:rPr lang="en-US" altLang="ko-KR" sz="1400" dirty="0">
                <a:solidFill>
                  <a:srgbClr val="FF0000"/>
                </a:solidFill>
                <a:latin typeface="D2Coding" panose="020B0609020101020101" pitchFamily="49" charset="-127"/>
                <a:ea typeface="D2Coding" panose="020B0609020101020101" pitchFamily="49" charset="-127"/>
                <a:cs typeface="Consolas" panose="020B0609020204030204" pitchFamily="49" charset="0"/>
              </a:rPr>
              <a:t>, </a:t>
            </a:r>
            <a:r>
              <a:rPr lang="en-US" altLang="ko-KR" sz="1400" dirty="0" err="1">
                <a:solidFill>
                  <a:srgbClr val="FF0000"/>
                </a:solidFill>
                <a:latin typeface="D2Coding" panose="020B0609020101020101" pitchFamily="49" charset="-127"/>
                <a:ea typeface="D2Coding" panose="020B0609020101020101" pitchFamily="49" charset="-127"/>
                <a:cs typeface="Consolas" panose="020B0609020204030204" pitchFamily="49" charset="0"/>
              </a:rPr>
              <a:t>ftime</a:t>
            </a:r>
            <a:r>
              <a:rPr lang="en-US" altLang="ko-KR" sz="1400" dirty="0">
                <a:solidFill>
                  <a:srgbClr val="FF0000"/>
                </a:solidFill>
                <a:latin typeface="D2Coding" panose="020B0609020101020101" pitchFamily="49" charset="-127"/>
                <a:ea typeface="D2Coding" panose="020B0609020101020101" pitchFamily="49" charset="-127"/>
                <a:cs typeface="Consolas" panose="020B0609020204030204" pitchFamily="49" charset="0"/>
              </a:rPr>
              <a:t>, </a:t>
            </a:r>
            <a:r>
              <a:rPr lang="en-US" altLang="ko-KR" sz="1400" dirty="0" err="1">
                <a:solidFill>
                  <a:srgbClr val="FF0000"/>
                </a:solidFill>
                <a:latin typeface="D2Coding" panose="020B0609020101020101" pitchFamily="49" charset="-127"/>
                <a:ea typeface="D2Coding" panose="020B0609020101020101" pitchFamily="49" charset="-127"/>
                <a:cs typeface="Consolas" panose="020B0609020204030204" pitchFamily="49" charset="0"/>
              </a:rPr>
              <a:t>fsize</a:t>
            </a:r>
            <a:r>
              <a:rPr lang="en-US" altLang="ko-KR" sz="1400" dirty="0">
                <a:solidFill>
                  <a:srgbClr val="FF0000"/>
                </a:solidFill>
                <a:latin typeface="D2Coding" panose="020B0609020101020101" pitchFamily="49" charset="-127"/>
                <a:ea typeface="D2Coding" panose="020B0609020101020101" pitchFamily="49" charset="-127"/>
                <a:cs typeface="Consolas" panose="020B0609020204030204" pitchFamily="49" charset="0"/>
              </a:rPr>
              <a:t>) " +</a:t>
            </a:r>
          </a:p>
          <a:p>
            <a:pPr fontAlgn="base">
              <a:lnSpc>
                <a:spcPct val="120000"/>
              </a:lnSpc>
            </a:pPr>
            <a:r>
              <a:rPr lang="en-US" altLang="ko-KR" sz="1400" dirty="0">
                <a:solidFill>
                  <a:srgbClr val="FF0000"/>
                </a:solidFill>
                <a:latin typeface="D2Coding" panose="020B0609020101020101" pitchFamily="49" charset="-127"/>
                <a:ea typeface="D2Coding" panose="020B0609020101020101" pitchFamily="49" charset="-127"/>
                <a:cs typeface="Consolas" panose="020B0609020204030204" pitchFamily="49" charset="0"/>
              </a:rPr>
              <a:t> 63:                 "values ('%s', '%s', %d)",</a:t>
            </a:r>
          </a:p>
          <a:p>
            <a:pPr fontAlgn="base">
              <a:lnSpc>
                <a:spcPct val="120000"/>
              </a:lnSpc>
            </a:pPr>
            <a:r>
              <a:rPr lang="en-US" altLang="ko-KR" sz="1400" dirty="0">
                <a:solidFill>
                  <a:srgbClr val="FF0000"/>
                </a:solidFill>
                <a:latin typeface="D2Coding" panose="020B0609020101020101" pitchFamily="49" charset="-127"/>
                <a:ea typeface="D2Coding" panose="020B0609020101020101" pitchFamily="49" charset="-127"/>
                <a:cs typeface="Consolas" panose="020B0609020204030204" pitchFamily="49" charset="0"/>
              </a:rPr>
              <a:t> 64:                 </a:t>
            </a:r>
            <a:r>
              <a:rPr lang="en-US" altLang="ko-KR" sz="1400" dirty="0" err="1">
                <a:solidFill>
                  <a:srgbClr val="FF0000"/>
                </a:solidFill>
                <a:latin typeface="D2Coding" panose="020B0609020101020101" pitchFamily="49" charset="-127"/>
                <a:ea typeface="D2Coding" panose="020B0609020101020101" pitchFamily="49" charset="-127"/>
                <a:cs typeface="Consolas" panose="020B0609020204030204" pitchFamily="49" charset="0"/>
              </a:rPr>
              <a:t>fileNameToSave</a:t>
            </a:r>
            <a:r>
              <a:rPr lang="en-US" altLang="ko-KR" sz="1400" dirty="0">
                <a:solidFill>
                  <a:srgbClr val="FF0000"/>
                </a:solidFill>
                <a:latin typeface="D2Coding" panose="020B0609020101020101" pitchFamily="49" charset="-127"/>
                <a:ea typeface="D2Coding" panose="020B0609020101020101" pitchFamily="49" charset="-127"/>
                <a:cs typeface="Consolas" panose="020B0609020204030204" pitchFamily="49" charset="0"/>
              </a:rPr>
              <a:t>, </a:t>
            </a:r>
            <a:r>
              <a:rPr lang="en-US" altLang="ko-KR" sz="1400" dirty="0" err="1">
                <a:solidFill>
                  <a:srgbClr val="FF0000"/>
                </a:solidFill>
                <a:latin typeface="D2Coding" panose="020B0609020101020101" pitchFamily="49" charset="-127"/>
                <a:ea typeface="D2Coding" panose="020B0609020101020101" pitchFamily="49" charset="-127"/>
                <a:cs typeface="Consolas" panose="020B0609020204030204" pitchFamily="49" charset="0"/>
              </a:rPr>
              <a:t>curTime</a:t>
            </a:r>
            <a:r>
              <a:rPr lang="en-US" altLang="ko-KR" sz="1400" dirty="0">
                <a:solidFill>
                  <a:srgbClr val="FF0000"/>
                </a:solidFill>
                <a:latin typeface="D2Coding" panose="020B0609020101020101" pitchFamily="49" charset="-127"/>
                <a:ea typeface="D2Coding" panose="020B0609020101020101" pitchFamily="49" charset="-127"/>
                <a:cs typeface="Consolas" panose="020B0609020204030204" pitchFamily="49" charset="0"/>
              </a:rPr>
              <a:t>, </a:t>
            </a:r>
            <a:r>
              <a:rPr lang="en-US" altLang="ko-KR" sz="1400" dirty="0" err="1">
                <a:solidFill>
                  <a:srgbClr val="FF0000"/>
                </a:solidFill>
                <a:latin typeface="D2Coding" panose="020B0609020101020101" pitchFamily="49" charset="-127"/>
                <a:ea typeface="D2Coding" panose="020B0609020101020101" pitchFamily="49" charset="-127"/>
                <a:cs typeface="Consolas" panose="020B0609020204030204" pitchFamily="49" charset="0"/>
              </a:rPr>
              <a:t>part.getSize</a:t>
            </a:r>
            <a:r>
              <a:rPr lang="en-US" altLang="ko-KR" sz="1400" dirty="0">
                <a:solidFill>
                  <a:srgbClr val="FF0000"/>
                </a:solidFill>
                <a:latin typeface="D2Coding" panose="020B0609020101020101" pitchFamily="49" charset="-127"/>
                <a:ea typeface="D2Coding" panose="020B0609020101020101" pitchFamily="49" charset="-127"/>
                <a:cs typeface="Consolas" panose="020B0609020204030204" pitchFamily="49" charset="0"/>
              </a:rPr>
              <a:t>()));</a:t>
            </a:r>
          </a:p>
          <a:p>
            <a:pPr fontAlgn="base">
              <a:lnSpc>
                <a:spcPct val="120000"/>
              </a:lnSpc>
            </a:pPr>
            <a:r>
              <a:rPr lang="en-US" altLang="ko-KR" sz="1400" dirty="0">
                <a:solidFill>
                  <a:srgbClr val="FF0000"/>
                </a:solidFill>
                <a:latin typeface="D2Coding" panose="020B0609020101020101" pitchFamily="49" charset="-127"/>
                <a:ea typeface="D2Coding" panose="020B0609020101020101" pitchFamily="49" charset="-127"/>
                <a:cs typeface="Consolas" panose="020B0609020204030204" pitchFamily="49" charset="0"/>
              </a:rPr>
              <a:t> 65: </a:t>
            </a:r>
          </a:p>
          <a:p>
            <a:pPr fontAlgn="base">
              <a:lnSpc>
                <a:spcPct val="120000"/>
              </a:lnSpc>
            </a:pPr>
            <a:r>
              <a:rPr lang="en-US" altLang="ko-KR" sz="1400" dirty="0">
                <a:solidFill>
                  <a:srgbClr val="FF0000"/>
                </a:solidFill>
                <a:latin typeface="D2Coding" panose="020B0609020101020101" pitchFamily="49" charset="-127"/>
                <a:ea typeface="D2Coding" panose="020B0609020101020101" pitchFamily="49" charset="-127"/>
                <a:cs typeface="Consolas" panose="020B0609020204030204" pitchFamily="49" charset="0"/>
              </a:rPr>
              <a:t> 66:         } catch(Exception e) {</a:t>
            </a:r>
          </a:p>
          <a:p>
            <a:pPr fontAlgn="base">
              <a:lnSpc>
                <a:spcPct val="120000"/>
              </a:lnSpc>
            </a:pPr>
            <a:r>
              <a:rPr lang="en-US" altLang="ko-KR" sz="1400" dirty="0">
                <a:solidFill>
                  <a:srgbClr val="FF0000"/>
                </a:solidFill>
                <a:latin typeface="D2Coding" panose="020B0609020101020101" pitchFamily="49" charset="-127"/>
                <a:ea typeface="D2Coding" panose="020B0609020101020101" pitchFamily="49" charset="-127"/>
                <a:cs typeface="Consolas" panose="020B0609020204030204" pitchFamily="49" charset="0"/>
              </a:rPr>
              <a:t> 67:             </a:t>
            </a:r>
            <a:r>
              <a:rPr lang="en-US" altLang="ko-KR" sz="1400" dirty="0" err="1">
                <a:solidFill>
                  <a:srgbClr val="FF0000"/>
                </a:solidFill>
                <a:latin typeface="D2Coding" panose="020B0609020101020101" pitchFamily="49" charset="-127"/>
                <a:ea typeface="D2Coding" panose="020B0609020101020101" pitchFamily="49" charset="-127"/>
                <a:cs typeface="Consolas" panose="020B0609020204030204" pitchFamily="49" charset="0"/>
              </a:rPr>
              <a:t>e.printStackTrace</a:t>
            </a:r>
            <a:r>
              <a:rPr lang="en-US" altLang="ko-KR" sz="1400" dirty="0">
                <a:solidFill>
                  <a:srgbClr val="FF0000"/>
                </a:solidFill>
                <a:latin typeface="D2Coding" panose="020B0609020101020101" pitchFamily="49" charset="-127"/>
                <a:ea typeface="D2Coding" panose="020B0609020101020101" pitchFamily="49" charset="-127"/>
                <a:cs typeface="Consolas" panose="020B0609020204030204" pitchFamily="49" charset="0"/>
              </a:rPr>
              <a:t>();</a:t>
            </a:r>
          </a:p>
          <a:p>
            <a:pPr fontAlgn="base">
              <a:lnSpc>
                <a:spcPct val="120000"/>
              </a:lnSpc>
            </a:pPr>
            <a:r>
              <a:rPr lang="en-US" altLang="ko-KR" sz="1400" dirty="0">
                <a:solidFill>
                  <a:srgbClr val="FF0000"/>
                </a:solidFill>
                <a:latin typeface="D2Coding" panose="020B0609020101020101" pitchFamily="49" charset="-127"/>
                <a:ea typeface="D2Coding" panose="020B0609020101020101" pitchFamily="49" charset="-127"/>
                <a:cs typeface="Consolas" panose="020B0609020204030204" pitchFamily="49" charset="0"/>
              </a:rPr>
              <a:t> 68:         }</a:t>
            </a:r>
          </a:p>
          <a:p>
            <a:pPr fontAlgn="base">
              <a:lnSpc>
                <a:spcPct val="120000"/>
              </a:lnSpc>
            </a:pPr>
            <a:r>
              <a:rPr lang="en-US" altLang="ko-KR" sz="1400" dirty="0">
                <a:solidFill>
                  <a:srgbClr val="FF0000"/>
                </a:solidFill>
                <a:latin typeface="D2Coding" panose="020B0609020101020101" pitchFamily="49" charset="-127"/>
                <a:ea typeface="D2Coding" panose="020B0609020101020101" pitchFamily="49" charset="-127"/>
                <a:cs typeface="Consolas" panose="020B0609020204030204" pitchFamily="49" charset="0"/>
              </a:rPr>
              <a:t> 69:         </a:t>
            </a:r>
          </a:p>
        </p:txBody>
      </p:sp>
      <p:cxnSp>
        <p:nvCxnSpPr>
          <p:cNvPr id="3" name="직선 연결선 2">
            <a:extLst>
              <a:ext uri="{FF2B5EF4-FFF2-40B4-BE49-F238E27FC236}">
                <a16:creationId xmlns:a16="http://schemas.microsoft.com/office/drawing/2014/main" id="{0DB586B2-6CC9-244D-847C-21E013CF7A59}"/>
              </a:ext>
            </a:extLst>
          </p:cNvPr>
          <p:cNvCxnSpPr>
            <a:cxnSpLocks/>
          </p:cNvCxnSpPr>
          <p:nvPr/>
        </p:nvCxnSpPr>
        <p:spPr>
          <a:xfrm>
            <a:off x="0" y="368660"/>
            <a:ext cx="9144000" cy="6300700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6" name="직선 연결선 5">
            <a:extLst>
              <a:ext uri="{FF2B5EF4-FFF2-40B4-BE49-F238E27FC236}">
                <a16:creationId xmlns:a16="http://schemas.microsoft.com/office/drawing/2014/main" id="{6030F518-B267-5CE6-52AE-0ADD375E38F5}"/>
              </a:ext>
            </a:extLst>
          </p:cNvPr>
          <p:cNvCxnSpPr>
            <a:cxnSpLocks/>
          </p:cNvCxnSpPr>
          <p:nvPr/>
        </p:nvCxnSpPr>
        <p:spPr>
          <a:xfrm flipH="1">
            <a:off x="0" y="332656"/>
            <a:ext cx="9144000" cy="6336704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2905900832"/>
      </p:ext>
    </p:extLst>
  </p:cSld>
  <p:clrMapOvr>
    <a:masterClrMapping/>
  </p:clrMapOvr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fontAlgn="base"/>
            <a:r>
              <a:rPr lang="en-US" altLang="ko-KR" dirty="0"/>
              <a:t>7.3 </a:t>
            </a:r>
            <a:r>
              <a:rPr lang="ko-KR" altLang="en-US" dirty="0"/>
              <a:t>파일 추가와 삭제 기능</a:t>
            </a:r>
          </a:p>
        </p:txBody>
      </p:sp>
      <p:sp>
        <p:nvSpPr>
          <p:cNvPr id="4" name="슬라이드 번호 개체 틀 3"/>
          <p:cNvSpPr>
            <a:spLocks noGrp="1"/>
          </p:cNvSpPr>
          <p:nvPr>
            <p:ph type="sldNum" sz="quarter" idx="4"/>
          </p:nvPr>
        </p:nvSpPr>
        <p:spPr/>
        <p:txBody>
          <a:bodyPr/>
          <a:lstStyle/>
          <a:p>
            <a:fld id="{5AA8C37D-6ADA-49EE-B609-6DB056DA936F}" type="slidenum">
              <a:rPr lang="ko-KR" altLang="en-US" smtClean="0"/>
              <a:pPr/>
              <a:t>26</a:t>
            </a:fld>
            <a:endParaRPr lang="ko-KR" altLang="en-US" dirty="0"/>
          </a:p>
        </p:txBody>
      </p:sp>
      <p:sp>
        <p:nvSpPr>
          <p:cNvPr id="5" name="직사각형 4">
            <a:extLst>
              <a:ext uri="{FF2B5EF4-FFF2-40B4-BE49-F238E27FC236}">
                <a16:creationId xmlns:a16="http://schemas.microsoft.com/office/drawing/2014/main" id="{A543F91A-4A44-48D6-91A7-2A0EAF615EDA}"/>
              </a:ext>
            </a:extLst>
          </p:cNvPr>
          <p:cNvSpPr/>
          <p:nvPr/>
        </p:nvSpPr>
        <p:spPr>
          <a:xfrm>
            <a:off x="905086" y="1000499"/>
            <a:ext cx="7333828" cy="5246116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fontAlgn="base">
              <a:lnSpc>
                <a:spcPct val="120000"/>
              </a:lnSpc>
            </a:pPr>
            <a:r>
              <a:rPr lang="en-US" altLang="ko-KR" sz="1400" dirty="0">
                <a:solidFill>
                  <a:srgbClr val="FF0000"/>
                </a:solidFill>
                <a:latin typeface="D2Coding" panose="020B0609020101020101" pitchFamily="49" charset="-127"/>
                <a:ea typeface="D2Coding" panose="020B0609020101020101" pitchFamily="49" charset="-127"/>
                <a:cs typeface="Consolas" panose="020B0609020204030204" pitchFamily="49" charset="0"/>
              </a:rPr>
              <a:t> 70:         // </a:t>
            </a:r>
            <a:r>
              <a:rPr lang="ko-KR" altLang="en-US" sz="1400" dirty="0">
                <a:solidFill>
                  <a:srgbClr val="FF0000"/>
                </a:solidFill>
                <a:latin typeface="D2Coding" panose="020B0609020101020101" pitchFamily="49" charset="-127"/>
                <a:ea typeface="D2Coding" panose="020B0609020101020101" pitchFamily="49" charset="-127"/>
                <a:cs typeface="Consolas" panose="020B0609020204030204" pitchFamily="49" charset="0"/>
              </a:rPr>
              <a:t>메인 페이지로 돌아가기</a:t>
            </a:r>
          </a:p>
          <a:p>
            <a:pPr fontAlgn="base">
              <a:lnSpc>
                <a:spcPct val="120000"/>
              </a:lnSpc>
            </a:pPr>
            <a:r>
              <a:rPr lang="ko-KR" altLang="en-US" sz="1400" dirty="0">
                <a:solidFill>
                  <a:srgbClr val="FF0000"/>
                </a:solidFill>
                <a:latin typeface="D2Coding" panose="020B0609020101020101" pitchFamily="49" charset="-127"/>
                <a:ea typeface="D2Coding" panose="020B0609020101020101" pitchFamily="49" charset="-127"/>
                <a:cs typeface="Consolas" panose="020B0609020204030204" pitchFamily="49" charset="0"/>
              </a:rPr>
              <a:t> </a:t>
            </a:r>
            <a:r>
              <a:rPr lang="en-US" altLang="ko-KR" sz="1400" dirty="0">
                <a:solidFill>
                  <a:srgbClr val="FF0000"/>
                </a:solidFill>
                <a:latin typeface="D2Coding" panose="020B0609020101020101" pitchFamily="49" charset="-127"/>
                <a:ea typeface="D2Coding" panose="020B0609020101020101" pitchFamily="49" charset="-127"/>
                <a:cs typeface="Consolas" panose="020B0609020204030204" pitchFamily="49" charset="0"/>
              </a:rPr>
              <a:t>71:         </a:t>
            </a:r>
            <a:r>
              <a:rPr lang="en-US" altLang="ko-KR" sz="1400" dirty="0" err="1">
                <a:solidFill>
                  <a:srgbClr val="FF0000"/>
                </a:solidFill>
                <a:latin typeface="D2Coding" panose="020B0609020101020101" pitchFamily="49" charset="-127"/>
                <a:ea typeface="D2Coding" panose="020B0609020101020101" pitchFamily="49" charset="-127"/>
                <a:cs typeface="Consolas" panose="020B0609020204030204" pitchFamily="49" charset="0"/>
              </a:rPr>
              <a:t>response.sendRedirect</a:t>
            </a:r>
            <a:r>
              <a:rPr lang="en-US" altLang="ko-KR" sz="1400" dirty="0">
                <a:solidFill>
                  <a:srgbClr val="FF0000"/>
                </a:solidFill>
                <a:latin typeface="D2Coding" panose="020B0609020101020101" pitchFamily="49" charset="-127"/>
                <a:ea typeface="D2Coding" panose="020B0609020101020101" pitchFamily="49" charset="-127"/>
                <a:cs typeface="Consolas" panose="020B0609020204030204" pitchFamily="49" charset="0"/>
              </a:rPr>
              <a:t>("</a:t>
            </a:r>
            <a:r>
              <a:rPr lang="en-US" altLang="ko-KR" sz="1400" dirty="0" err="1">
                <a:solidFill>
                  <a:srgbClr val="FF0000"/>
                </a:solidFill>
                <a:latin typeface="D2Coding" panose="020B0609020101020101" pitchFamily="49" charset="-127"/>
                <a:ea typeface="D2Coding" panose="020B0609020101020101" pitchFamily="49" charset="-127"/>
                <a:cs typeface="Consolas" panose="020B0609020204030204" pitchFamily="49" charset="0"/>
              </a:rPr>
              <a:t>webhard.jsp</a:t>
            </a:r>
            <a:r>
              <a:rPr lang="en-US" altLang="ko-KR" sz="1400" dirty="0">
                <a:solidFill>
                  <a:srgbClr val="FF0000"/>
                </a:solidFill>
                <a:latin typeface="D2Coding" panose="020B0609020101020101" pitchFamily="49" charset="-127"/>
                <a:ea typeface="D2Coding" panose="020B0609020101020101" pitchFamily="49" charset="-127"/>
                <a:cs typeface="Consolas" panose="020B0609020204030204" pitchFamily="49" charset="0"/>
              </a:rPr>
              <a:t>");</a:t>
            </a:r>
          </a:p>
          <a:p>
            <a:pPr fontAlgn="base">
              <a:lnSpc>
                <a:spcPct val="120000"/>
              </a:lnSpc>
            </a:pPr>
            <a:r>
              <a:rPr lang="en-US" altLang="ko-KR" sz="1400" dirty="0">
                <a:solidFill>
                  <a:srgbClr val="FF0000"/>
                </a:solidFill>
                <a:latin typeface="D2Coding" panose="020B0609020101020101" pitchFamily="49" charset="-127"/>
                <a:ea typeface="D2Coding" panose="020B0609020101020101" pitchFamily="49" charset="-127"/>
                <a:cs typeface="Consolas" panose="020B0609020204030204" pitchFamily="49" charset="0"/>
              </a:rPr>
              <a:t> 72:         return;</a:t>
            </a:r>
          </a:p>
          <a:p>
            <a:pPr fontAlgn="base">
              <a:lnSpc>
                <a:spcPct val="120000"/>
              </a:lnSpc>
            </a:pPr>
            <a:r>
              <a:rPr lang="en-US" altLang="ko-KR" sz="1400" dirty="0">
                <a:latin typeface="D2Coding" panose="020B0609020101020101" pitchFamily="49" charset="-127"/>
                <a:ea typeface="D2Coding" panose="020B0609020101020101" pitchFamily="49" charset="-127"/>
                <a:cs typeface="Consolas" panose="020B0609020204030204" pitchFamily="49" charset="0"/>
              </a:rPr>
              <a:t> 73:     }</a:t>
            </a:r>
          </a:p>
          <a:p>
            <a:pPr fontAlgn="base">
              <a:lnSpc>
                <a:spcPct val="120000"/>
              </a:lnSpc>
            </a:pPr>
            <a:r>
              <a:rPr lang="en-US" altLang="ko-KR" sz="1400" dirty="0">
                <a:latin typeface="D2Coding" panose="020B0609020101020101" pitchFamily="49" charset="-127"/>
                <a:ea typeface="D2Coding" panose="020B0609020101020101" pitchFamily="49" charset="-127"/>
                <a:cs typeface="Consolas" panose="020B0609020204030204" pitchFamily="49" charset="0"/>
              </a:rPr>
              <a:t> 74: %&gt;</a:t>
            </a:r>
          </a:p>
          <a:p>
            <a:pPr fontAlgn="base">
              <a:lnSpc>
                <a:spcPct val="120000"/>
              </a:lnSpc>
            </a:pPr>
            <a:r>
              <a:rPr lang="en-US" altLang="ko-KR" sz="1400" dirty="0">
                <a:latin typeface="D2Coding" panose="020B0609020101020101" pitchFamily="49" charset="-127"/>
                <a:ea typeface="D2Coding" panose="020B0609020101020101" pitchFamily="49" charset="-127"/>
                <a:cs typeface="Consolas" panose="020B0609020204030204" pitchFamily="49" charset="0"/>
              </a:rPr>
              <a:t> 75: </a:t>
            </a:r>
          </a:p>
          <a:p>
            <a:pPr fontAlgn="base">
              <a:lnSpc>
                <a:spcPct val="120000"/>
              </a:lnSpc>
            </a:pPr>
            <a:r>
              <a:rPr lang="en-US" altLang="ko-KR" sz="1400" dirty="0">
                <a:latin typeface="D2Coding" panose="020B0609020101020101" pitchFamily="49" charset="-127"/>
                <a:ea typeface="D2Coding" panose="020B0609020101020101" pitchFamily="49" charset="-127"/>
                <a:cs typeface="Consolas" panose="020B0609020204030204" pitchFamily="49" charset="0"/>
              </a:rPr>
              <a:t> 76: &lt;!DOCTYPE html&gt;</a:t>
            </a:r>
          </a:p>
          <a:p>
            <a:pPr fontAlgn="base">
              <a:lnSpc>
                <a:spcPct val="120000"/>
              </a:lnSpc>
            </a:pPr>
            <a:r>
              <a:rPr lang="en-US" altLang="ko-KR" sz="1400" dirty="0">
                <a:latin typeface="D2Coding" panose="020B0609020101020101" pitchFamily="49" charset="-127"/>
                <a:ea typeface="D2Coding" panose="020B0609020101020101" pitchFamily="49" charset="-127"/>
                <a:cs typeface="Consolas" panose="020B0609020204030204" pitchFamily="49" charset="0"/>
              </a:rPr>
              <a:t> 77: &lt;html&gt;</a:t>
            </a:r>
          </a:p>
          <a:p>
            <a:pPr fontAlgn="base">
              <a:lnSpc>
                <a:spcPct val="120000"/>
              </a:lnSpc>
            </a:pPr>
            <a:r>
              <a:rPr lang="en-US" altLang="ko-KR" sz="1400" dirty="0">
                <a:latin typeface="D2Coding" panose="020B0609020101020101" pitchFamily="49" charset="-127"/>
                <a:ea typeface="D2Coding" panose="020B0609020101020101" pitchFamily="49" charset="-127"/>
                <a:cs typeface="Consolas" panose="020B0609020204030204" pitchFamily="49" charset="0"/>
              </a:rPr>
              <a:t> 78: &lt;head&gt;</a:t>
            </a:r>
          </a:p>
          <a:p>
            <a:pPr fontAlgn="base">
              <a:lnSpc>
                <a:spcPct val="120000"/>
              </a:lnSpc>
            </a:pPr>
            <a:r>
              <a:rPr lang="en-US" altLang="ko-KR" sz="1400" dirty="0">
                <a:latin typeface="D2Coding" panose="020B0609020101020101" pitchFamily="49" charset="-127"/>
                <a:ea typeface="D2Coding" panose="020B0609020101020101" pitchFamily="49" charset="-127"/>
                <a:cs typeface="Consolas" panose="020B0609020204030204" pitchFamily="49" charset="0"/>
              </a:rPr>
              <a:t> 79:     &lt;meta charset="UTF-8"&gt;</a:t>
            </a:r>
          </a:p>
          <a:p>
            <a:pPr fontAlgn="base">
              <a:lnSpc>
                <a:spcPct val="120000"/>
              </a:lnSpc>
            </a:pPr>
            <a:r>
              <a:rPr lang="en-US" altLang="ko-KR" sz="1400" dirty="0">
                <a:latin typeface="D2Coding" panose="020B0609020101020101" pitchFamily="49" charset="-127"/>
                <a:ea typeface="D2Coding" panose="020B0609020101020101" pitchFamily="49" charset="-127"/>
                <a:cs typeface="Consolas" panose="020B0609020204030204" pitchFamily="49" charset="0"/>
              </a:rPr>
              <a:t> 80: &lt;/head&gt;</a:t>
            </a:r>
          </a:p>
          <a:p>
            <a:pPr fontAlgn="base">
              <a:lnSpc>
                <a:spcPct val="120000"/>
              </a:lnSpc>
            </a:pPr>
            <a:r>
              <a:rPr lang="en-US" altLang="ko-KR" sz="1400" dirty="0">
                <a:latin typeface="D2Coding" panose="020B0609020101020101" pitchFamily="49" charset="-127"/>
                <a:ea typeface="D2Coding" panose="020B0609020101020101" pitchFamily="49" charset="-127"/>
                <a:cs typeface="Consolas" panose="020B0609020204030204" pitchFamily="49" charset="0"/>
              </a:rPr>
              <a:t> 81: &lt;body&gt;</a:t>
            </a:r>
          </a:p>
          <a:p>
            <a:pPr fontAlgn="base">
              <a:lnSpc>
                <a:spcPct val="120000"/>
              </a:lnSpc>
            </a:pPr>
            <a:r>
              <a:rPr lang="en-US" altLang="ko-KR" sz="1400" dirty="0">
                <a:latin typeface="D2Coding" panose="020B0609020101020101" pitchFamily="49" charset="-127"/>
                <a:ea typeface="D2Coding" panose="020B0609020101020101" pitchFamily="49" charset="-127"/>
                <a:cs typeface="Consolas" panose="020B0609020204030204" pitchFamily="49" charset="0"/>
              </a:rPr>
              <a:t> 82: </a:t>
            </a:r>
          </a:p>
          <a:p>
            <a:pPr fontAlgn="base">
              <a:lnSpc>
                <a:spcPct val="120000"/>
              </a:lnSpc>
            </a:pPr>
            <a:r>
              <a:rPr lang="en-US" altLang="ko-KR" sz="1400" dirty="0">
                <a:latin typeface="D2Coding" panose="020B0609020101020101" pitchFamily="49" charset="-127"/>
                <a:ea typeface="D2Coding" panose="020B0609020101020101" pitchFamily="49" charset="-127"/>
                <a:cs typeface="Consolas" panose="020B0609020204030204" pitchFamily="49" charset="0"/>
              </a:rPr>
              <a:t> 83: &lt;script&gt;</a:t>
            </a:r>
          </a:p>
          <a:p>
            <a:pPr fontAlgn="base">
              <a:lnSpc>
                <a:spcPct val="120000"/>
              </a:lnSpc>
            </a:pPr>
            <a:r>
              <a:rPr lang="en-US" altLang="ko-KR" sz="1400" dirty="0">
                <a:latin typeface="D2Coding" panose="020B0609020101020101" pitchFamily="49" charset="-127"/>
                <a:ea typeface="D2Coding" panose="020B0609020101020101" pitchFamily="49" charset="-127"/>
                <a:cs typeface="Consolas" panose="020B0609020204030204" pitchFamily="49" charset="0"/>
              </a:rPr>
              <a:t> 84:     alert('</a:t>
            </a:r>
            <a:r>
              <a:rPr lang="ko-KR" altLang="en-US" sz="1400" dirty="0">
                <a:latin typeface="D2Coding" panose="020B0609020101020101" pitchFamily="49" charset="-127"/>
                <a:ea typeface="D2Coding" panose="020B0609020101020101" pitchFamily="49" charset="-127"/>
                <a:cs typeface="Consolas" panose="020B0609020204030204" pitchFamily="49" charset="0"/>
              </a:rPr>
              <a:t>업로드할 파일이 지정되지 않았습니다</a:t>
            </a:r>
            <a:r>
              <a:rPr lang="en-US" altLang="ko-KR" sz="1400" dirty="0">
                <a:latin typeface="D2Coding" panose="020B0609020101020101" pitchFamily="49" charset="-127"/>
                <a:ea typeface="D2Coding" panose="020B0609020101020101" pitchFamily="49" charset="-127"/>
                <a:cs typeface="Consolas" panose="020B0609020204030204" pitchFamily="49" charset="0"/>
              </a:rPr>
              <a:t>.');</a:t>
            </a:r>
          </a:p>
          <a:p>
            <a:pPr fontAlgn="base">
              <a:lnSpc>
                <a:spcPct val="120000"/>
              </a:lnSpc>
            </a:pPr>
            <a:r>
              <a:rPr lang="en-US" altLang="ko-KR" sz="1400" dirty="0">
                <a:latin typeface="D2Coding" panose="020B0609020101020101" pitchFamily="49" charset="-127"/>
                <a:ea typeface="D2Coding" panose="020B0609020101020101" pitchFamily="49" charset="-127"/>
                <a:cs typeface="Consolas" panose="020B0609020204030204" pitchFamily="49" charset="0"/>
              </a:rPr>
              <a:t> 85:     </a:t>
            </a:r>
            <a:r>
              <a:rPr lang="en-US" altLang="ko-KR" sz="1400" dirty="0" err="1">
                <a:latin typeface="D2Coding" panose="020B0609020101020101" pitchFamily="49" charset="-127"/>
                <a:ea typeface="D2Coding" panose="020B0609020101020101" pitchFamily="49" charset="-127"/>
                <a:cs typeface="Consolas" panose="020B0609020204030204" pitchFamily="49" charset="0"/>
              </a:rPr>
              <a:t>history.back</a:t>
            </a:r>
            <a:r>
              <a:rPr lang="en-US" altLang="ko-KR" sz="1400" dirty="0">
                <a:latin typeface="D2Coding" panose="020B0609020101020101" pitchFamily="49" charset="-127"/>
                <a:ea typeface="D2Coding" panose="020B0609020101020101" pitchFamily="49" charset="-127"/>
                <a:cs typeface="Consolas" panose="020B0609020204030204" pitchFamily="49" charset="0"/>
              </a:rPr>
              <a:t>();</a:t>
            </a:r>
          </a:p>
          <a:p>
            <a:pPr fontAlgn="base">
              <a:lnSpc>
                <a:spcPct val="120000"/>
              </a:lnSpc>
            </a:pPr>
            <a:r>
              <a:rPr lang="en-US" altLang="ko-KR" sz="1400" dirty="0">
                <a:latin typeface="D2Coding" panose="020B0609020101020101" pitchFamily="49" charset="-127"/>
                <a:ea typeface="D2Coding" panose="020B0609020101020101" pitchFamily="49" charset="-127"/>
                <a:cs typeface="Consolas" panose="020B0609020204030204" pitchFamily="49" charset="0"/>
              </a:rPr>
              <a:t> 86: &lt;/script&gt;</a:t>
            </a:r>
          </a:p>
          <a:p>
            <a:pPr fontAlgn="base">
              <a:lnSpc>
                <a:spcPct val="120000"/>
              </a:lnSpc>
            </a:pPr>
            <a:r>
              <a:rPr lang="en-US" altLang="ko-KR" sz="1400">
                <a:latin typeface="D2Coding" panose="020B0609020101020101" pitchFamily="49" charset="-127"/>
                <a:ea typeface="D2Coding" panose="020B0609020101020101" pitchFamily="49" charset="-127"/>
                <a:cs typeface="Consolas" panose="020B0609020204030204" pitchFamily="49" charset="0"/>
              </a:rPr>
              <a:t> 87</a:t>
            </a:r>
            <a:r>
              <a:rPr lang="en-US" altLang="ko-KR" sz="1400" dirty="0">
                <a:latin typeface="D2Coding" panose="020B0609020101020101" pitchFamily="49" charset="-127"/>
                <a:ea typeface="D2Coding" panose="020B0609020101020101" pitchFamily="49" charset="-127"/>
                <a:cs typeface="Consolas" panose="020B0609020204030204" pitchFamily="49" charset="0"/>
              </a:rPr>
              <a:t>: </a:t>
            </a:r>
          </a:p>
          <a:p>
            <a:pPr fontAlgn="base">
              <a:lnSpc>
                <a:spcPct val="120000"/>
              </a:lnSpc>
            </a:pPr>
            <a:r>
              <a:rPr lang="en-US" altLang="ko-KR" sz="1400" dirty="0">
                <a:latin typeface="D2Coding" panose="020B0609020101020101" pitchFamily="49" charset="-127"/>
                <a:ea typeface="D2Coding" panose="020B0609020101020101" pitchFamily="49" charset="-127"/>
                <a:cs typeface="Consolas" panose="020B0609020204030204" pitchFamily="49" charset="0"/>
              </a:rPr>
              <a:t> 88: &lt;/body&gt;</a:t>
            </a:r>
          </a:p>
          <a:p>
            <a:pPr fontAlgn="base">
              <a:lnSpc>
                <a:spcPct val="120000"/>
              </a:lnSpc>
            </a:pPr>
            <a:r>
              <a:rPr lang="en-US" altLang="ko-KR" sz="1400" dirty="0">
                <a:latin typeface="D2Coding" panose="020B0609020101020101" pitchFamily="49" charset="-127"/>
                <a:ea typeface="D2Coding" panose="020B0609020101020101" pitchFamily="49" charset="-127"/>
                <a:cs typeface="Consolas" panose="020B0609020204030204" pitchFamily="49" charset="0"/>
              </a:rPr>
              <a:t> 89: &lt;/html&gt;</a:t>
            </a:r>
          </a:p>
        </p:txBody>
      </p:sp>
      <p:cxnSp>
        <p:nvCxnSpPr>
          <p:cNvPr id="3" name="직선 연결선 2">
            <a:extLst>
              <a:ext uri="{FF2B5EF4-FFF2-40B4-BE49-F238E27FC236}">
                <a16:creationId xmlns:a16="http://schemas.microsoft.com/office/drawing/2014/main" id="{950D553B-6C83-112F-E882-40C5D98A9B21}"/>
              </a:ext>
            </a:extLst>
          </p:cNvPr>
          <p:cNvCxnSpPr>
            <a:cxnSpLocks/>
          </p:cNvCxnSpPr>
          <p:nvPr/>
        </p:nvCxnSpPr>
        <p:spPr>
          <a:xfrm>
            <a:off x="0" y="368660"/>
            <a:ext cx="9144000" cy="6300700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6" name="직선 연결선 5">
            <a:extLst>
              <a:ext uri="{FF2B5EF4-FFF2-40B4-BE49-F238E27FC236}">
                <a16:creationId xmlns:a16="http://schemas.microsoft.com/office/drawing/2014/main" id="{D883FFEE-79DF-4947-5D19-612814725D49}"/>
              </a:ext>
            </a:extLst>
          </p:cNvPr>
          <p:cNvCxnSpPr>
            <a:cxnSpLocks/>
          </p:cNvCxnSpPr>
          <p:nvPr/>
        </p:nvCxnSpPr>
        <p:spPr>
          <a:xfrm flipH="1">
            <a:off x="0" y="332656"/>
            <a:ext cx="9144000" cy="6336704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1382830219"/>
      </p:ext>
    </p:extLst>
  </p:cSld>
  <p:clrMapOvr>
    <a:masterClrMapping/>
  </p:clrMapOvr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fontAlgn="base"/>
            <a:r>
              <a:rPr lang="en-US" altLang="ko-KR" dirty="0"/>
              <a:t>7.3 </a:t>
            </a:r>
            <a:r>
              <a:rPr lang="ko-KR" altLang="en-US" dirty="0"/>
              <a:t>파일 추가와 삭제 기능</a:t>
            </a:r>
          </a:p>
        </p:txBody>
      </p:sp>
      <p:sp>
        <p:nvSpPr>
          <p:cNvPr id="4" name="슬라이드 번호 개체 틀 3"/>
          <p:cNvSpPr>
            <a:spLocks noGrp="1"/>
          </p:cNvSpPr>
          <p:nvPr>
            <p:ph type="sldNum" sz="quarter" idx="4"/>
          </p:nvPr>
        </p:nvSpPr>
        <p:spPr/>
        <p:txBody>
          <a:bodyPr/>
          <a:lstStyle/>
          <a:p>
            <a:fld id="{5AA8C37D-6ADA-49EE-B609-6DB056DA936F}" type="slidenum">
              <a:rPr lang="ko-KR" altLang="en-US" smtClean="0"/>
              <a:pPr/>
              <a:t>27</a:t>
            </a:fld>
            <a:endParaRPr lang="ko-KR" altLang="en-US" dirty="0"/>
          </a:p>
        </p:txBody>
      </p:sp>
      <p:sp>
        <p:nvSpPr>
          <p:cNvPr id="5" name="직사각형 4">
            <a:extLst>
              <a:ext uri="{FF2B5EF4-FFF2-40B4-BE49-F238E27FC236}">
                <a16:creationId xmlns:a16="http://schemas.microsoft.com/office/drawing/2014/main" id="{A543F91A-4A44-48D6-91A7-2A0EAF615EDA}"/>
              </a:ext>
            </a:extLst>
          </p:cNvPr>
          <p:cNvSpPr/>
          <p:nvPr/>
        </p:nvSpPr>
        <p:spPr>
          <a:xfrm>
            <a:off x="905086" y="1000499"/>
            <a:ext cx="7333828" cy="5004447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fontAlgn="base">
              <a:lnSpc>
                <a:spcPct val="120000"/>
              </a:lnSpc>
            </a:pPr>
            <a:r>
              <a:rPr lang="en-US" altLang="ko-KR" sz="1400" dirty="0">
                <a:latin typeface="D2Coding" panose="020B0609020101020101" pitchFamily="49" charset="-127"/>
                <a:ea typeface="D2Coding" panose="020B0609020101020101" pitchFamily="49" charset="-127"/>
                <a:cs typeface="Consolas" panose="020B0609020204030204" pitchFamily="49" charset="0"/>
              </a:rPr>
              <a:t>[</a:t>
            </a:r>
            <a:r>
              <a:rPr lang="ko-KR" altLang="en-US" sz="1400" dirty="0">
                <a:latin typeface="D2Coding" panose="020B0609020101020101" pitchFamily="49" charset="-127"/>
                <a:ea typeface="D2Coding" panose="020B0609020101020101" pitchFamily="49" charset="-127"/>
                <a:cs typeface="Consolas" panose="020B0609020204030204" pitchFamily="49" charset="0"/>
              </a:rPr>
              <a:t>예제 </a:t>
            </a:r>
            <a:r>
              <a:rPr lang="en-US" altLang="ko-KR" sz="1400" dirty="0">
                <a:latin typeface="D2Coding" panose="020B0609020101020101" pitchFamily="49" charset="-127"/>
                <a:ea typeface="D2Coding" panose="020B0609020101020101" pitchFamily="49" charset="-127"/>
                <a:cs typeface="Consolas" panose="020B0609020204030204" pitchFamily="49" charset="0"/>
              </a:rPr>
              <a:t>7-7] </a:t>
            </a:r>
            <a:r>
              <a:rPr lang="ko-KR" altLang="en-US" sz="1400" dirty="0">
                <a:latin typeface="D2Coding" panose="020B0609020101020101" pitchFamily="49" charset="-127"/>
                <a:ea typeface="D2Coding" panose="020B0609020101020101" pitchFamily="49" charset="-127"/>
                <a:cs typeface="Consolas" panose="020B0609020204030204" pitchFamily="49" charset="0"/>
              </a:rPr>
              <a:t>파일 삭제 프로그램 </a:t>
            </a:r>
            <a:r>
              <a:rPr lang="en-US" altLang="ko-KR" sz="1400" dirty="0">
                <a:latin typeface="D2Coding" panose="020B0609020101020101" pitchFamily="49" charset="-127"/>
                <a:ea typeface="D2Coding" panose="020B0609020101020101" pitchFamily="49" charset="-127"/>
                <a:cs typeface="Consolas" panose="020B0609020204030204" pitchFamily="49" charset="0"/>
              </a:rPr>
              <a:t>(</a:t>
            </a:r>
            <a:r>
              <a:rPr lang="en-US" altLang="ko-KR" sz="1400" dirty="0" err="1">
                <a:latin typeface="D2Coding" panose="020B0609020101020101" pitchFamily="49" charset="-127"/>
                <a:ea typeface="D2Coding" panose="020B0609020101020101" pitchFamily="49" charset="-127"/>
                <a:cs typeface="Consolas" panose="020B0609020204030204" pitchFamily="49" charset="0"/>
              </a:rPr>
              <a:t>del_file.jsp</a:t>
            </a:r>
            <a:r>
              <a:rPr lang="en-US" altLang="ko-KR" sz="1400" dirty="0">
                <a:latin typeface="D2Coding" panose="020B0609020101020101" pitchFamily="49" charset="-127"/>
                <a:ea typeface="D2Coding" panose="020B0609020101020101" pitchFamily="49" charset="-127"/>
                <a:cs typeface="Consolas" panose="020B0609020204030204" pitchFamily="49" charset="0"/>
              </a:rPr>
              <a:t>)</a:t>
            </a:r>
          </a:p>
          <a:p>
            <a:pPr fontAlgn="base">
              <a:lnSpc>
                <a:spcPct val="120000"/>
              </a:lnSpc>
            </a:pPr>
            <a:r>
              <a:rPr lang="en-US" altLang="ko-KR" sz="1400" dirty="0">
                <a:latin typeface="D2Coding" panose="020B0609020101020101" pitchFamily="49" charset="-127"/>
                <a:ea typeface="D2Coding" panose="020B0609020101020101" pitchFamily="49" charset="-127"/>
                <a:cs typeface="Consolas" panose="020B0609020204030204" pitchFamily="49" charset="0"/>
              </a:rPr>
              <a:t>  1: &lt;%@ page language="java" </a:t>
            </a:r>
            <a:r>
              <a:rPr lang="en-US" altLang="ko-KR" sz="1400" dirty="0" err="1">
                <a:latin typeface="D2Coding" panose="020B0609020101020101" pitchFamily="49" charset="-127"/>
                <a:ea typeface="D2Coding" panose="020B0609020101020101" pitchFamily="49" charset="-127"/>
                <a:cs typeface="Consolas" panose="020B0609020204030204" pitchFamily="49" charset="0"/>
              </a:rPr>
              <a:t>contentType</a:t>
            </a:r>
            <a:r>
              <a:rPr lang="en-US" altLang="ko-KR" sz="1400" dirty="0">
                <a:latin typeface="D2Coding" panose="020B0609020101020101" pitchFamily="49" charset="-127"/>
                <a:ea typeface="D2Coding" panose="020B0609020101020101" pitchFamily="49" charset="-127"/>
                <a:cs typeface="Consolas" panose="020B0609020204030204" pitchFamily="49" charset="0"/>
              </a:rPr>
              <a:t>="text/html; charset=UTF-8"</a:t>
            </a:r>
          </a:p>
          <a:p>
            <a:pPr fontAlgn="base">
              <a:lnSpc>
                <a:spcPct val="120000"/>
              </a:lnSpc>
            </a:pPr>
            <a:r>
              <a:rPr lang="en-US" altLang="ko-KR" sz="1400" dirty="0">
                <a:latin typeface="D2Coding" panose="020B0609020101020101" pitchFamily="49" charset="-127"/>
                <a:ea typeface="D2Coding" panose="020B0609020101020101" pitchFamily="49" charset="-127"/>
                <a:cs typeface="Consolas" panose="020B0609020204030204" pitchFamily="49" charset="0"/>
              </a:rPr>
              <a:t>  2:     </a:t>
            </a:r>
            <a:r>
              <a:rPr lang="en-US" altLang="ko-KR" sz="1400" dirty="0" err="1">
                <a:latin typeface="D2Coding" panose="020B0609020101020101" pitchFamily="49" charset="-127"/>
                <a:ea typeface="D2Coding" panose="020B0609020101020101" pitchFamily="49" charset="-127"/>
                <a:cs typeface="Consolas" panose="020B0609020204030204" pitchFamily="49" charset="0"/>
              </a:rPr>
              <a:t>pageEncoding</a:t>
            </a:r>
            <a:r>
              <a:rPr lang="en-US" altLang="ko-KR" sz="1400" dirty="0">
                <a:latin typeface="D2Coding" panose="020B0609020101020101" pitchFamily="49" charset="-127"/>
                <a:ea typeface="D2Coding" panose="020B0609020101020101" pitchFamily="49" charset="-127"/>
                <a:cs typeface="Consolas" panose="020B0609020204030204" pitchFamily="49" charset="0"/>
              </a:rPr>
              <a:t>="UTF-8"%&gt;</a:t>
            </a:r>
          </a:p>
          <a:p>
            <a:pPr fontAlgn="base">
              <a:lnSpc>
                <a:spcPct val="120000"/>
              </a:lnSpc>
            </a:pPr>
            <a:r>
              <a:rPr lang="en-US" altLang="ko-KR" sz="1400" dirty="0">
                <a:latin typeface="D2Coding" panose="020B0609020101020101" pitchFamily="49" charset="-127"/>
                <a:ea typeface="D2Coding" panose="020B0609020101020101" pitchFamily="49" charset="-127"/>
                <a:cs typeface="Consolas" panose="020B0609020204030204" pitchFamily="49" charset="0"/>
              </a:rPr>
              <a:t>  3: &lt;%@ page import="</a:t>
            </a:r>
            <a:r>
              <a:rPr lang="en-US" altLang="ko-KR" sz="1400" dirty="0" err="1">
                <a:latin typeface="D2Coding" panose="020B0609020101020101" pitchFamily="49" charset="-127"/>
                <a:ea typeface="D2Coding" panose="020B0609020101020101" pitchFamily="49" charset="-127"/>
                <a:cs typeface="Consolas" panose="020B0609020204030204" pitchFamily="49" charset="0"/>
              </a:rPr>
              <a:t>java.sql</a:t>
            </a:r>
            <a:r>
              <a:rPr lang="en-US" altLang="ko-KR" sz="1400" dirty="0">
                <a:latin typeface="D2Coding" panose="020B0609020101020101" pitchFamily="49" charset="-127"/>
                <a:ea typeface="D2Coding" panose="020B0609020101020101" pitchFamily="49" charset="-127"/>
                <a:cs typeface="Consolas" panose="020B0609020204030204" pitchFamily="49" charset="0"/>
              </a:rPr>
              <a:t>.*" %&gt;</a:t>
            </a:r>
          </a:p>
          <a:p>
            <a:pPr fontAlgn="base">
              <a:lnSpc>
                <a:spcPct val="120000"/>
              </a:lnSpc>
            </a:pPr>
            <a:r>
              <a:rPr lang="en-US" altLang="ko-KR" sz="1400" dirty="0">
                <a:latin typeface="D2Coding" panose="020B0609020101020101" pitchFamily="49" charset="-127"/>
                <a:ea typeface="D2Coding" panose="020B0609020101020101" pitchFamily="49" charset="-127"/>
                <a:cs typeface="Consolas" panose="020B0609020204030204" pitchFamily="49" charset="0"/>
              </a:rPr>
              <a:t>  4: &lt;%@ page import="</a:t>
            </a:r>
            <a:r>
              <a:rPr lang="en-US" altLang="ko-KR" sz="1400" dirty="0" err="1">
                <a:latin typeface="D2Coding" panose="020B0609020101020101" pitchFamily="49" charset="-127"/>
                <a:ea typeface="D2Coding" panose="020B0609020101020101" pitchFamily="49" charset="-127"/>
                <a:cs typeface="Consolas" panose="020B0609020204030204" pitchFamily="49" charset="0"/>
              </a:rPr>
              <a:t>java.io.File</a:t>
            </a:r>
            <a:r>
              <a:rPr lang="en-US" altLang="ko-KR" sz="1400" dirty="0">
                <a:latin typeface="D2Coding" panose="020B0609020101020101" pitchFamily="49" charset="-127"/>
                <a:ea typeface="D2Coding" panose="020B0609020101020101" pitchFamily="49" charset="-127"/>
                <a:cs typeface="Consolas" panose="020B0609020204030204" pitchFamily="49" charset="0"/>
              </a:rPr>
              <a:t>" %&gt;</a:t>
            </a:r>
          </a:p>
          <a:p>
            <a:pPr fontAlgn="base">
              <a:lnSpc>
                <a:spcPct val="120000"/>
              </a:lnSpc>
            </a:pPr>
            <a:r>
              <a:rPr lang="en-US" altLang="ko-KR" sz="1400" dirty="0">
                <a:latin typeface="D2Coding" panose="020B0609020101020101" pitchFamily="49" charset="-127"/>
                <a:ea typeface="D2Coding" panose="020B0609020101020101" pitchFamily="49" charset="-127"/>
                <a:cs typeface="Consolas" panose="020B0609020204030204" pitchFamily="49" charset="0"/>
              </a:rPr>
              <a:t>  5:     </a:t>
            </a:r>
          </a:p>
          <a:p>
            <a:pPr fontAlgn="base">
              <a:lnSpc>
                <a:spcPct val="120000"/>
              </a:lnSpc>
            </a:pPr>
            <a:r>
              <a:rPr lang="en-US" altLang="ko-KR" sz="1400" dirty="0">
                <a:latin typeface="D2Coding" panose="020B0609020101020101" pitchFamily="49" charset="-127"/>
                <a:ea typeface="D2Coding" panose="020B0609020101020101" pitchFamily="49" charset="-127"/>
                <a:cs typeface="Consolas" panose="020B0609020204030204" pitchFamily="49" charset="0"/>
              </a:rPr>
              <a:t>  6: &lt;% </a:t>
            </a:r>
          </a:p>
          <a:p>
            <a:pPr fontAlgn="base">
              <a:lnSpc>
                <a:spcPct val="120000"/>
              </a:lnSpc>
            </a:pPr>
            <a:r>
              <a:rPr lang="en-US" altLang="ko-KR" sz="1400" dirty="0">
                <a:latin typeface="D2Coding" panose="020B0609020101020101" pitchFamily="49" charset="-127"/>
                <a:ea typeface="D2Coding" panose="020B0609020101020101" pitchFamily="49" charset="-127"/>
                <a:cs typeface="Consolas" panose="020B0609020204030204" pitchFamily="49" charset="0"/>
              </a:rPr>
              <a:t>  7:     </a:t>
            </a:r>
            <a:r>
              <a:rPr lang="en-US" altLang="ko-KR" sz="1400" dirty="0" err="1">
                <a:latin typeface="D2Coding" panose="020B0609020101020101" pitchFamily="49" charset="-127"/>
                <a:ea typeface="D2Coding" panose="020B0609020101020101" pitchFamily="49" charset="-127"/>
                <a:cs typeface="Consolas" panose="020B0609020204030204" pitchFamily="49" charset="0"/>
              </a:rPr>
              <a:t>int</a:t>
            </a:r>
            <a:r>
              <a:rPr lang="en-US" altLang="ko-KR" sz="1400" dirty="0">
                <a:latin typeface="D2Coding" panose="020B0609020101020101" pitchFamily="49" charset="-127"/>
                <a:ea typeface="D2Coding" panose="020B0609020101020101" pitchFamily="49" charset="-127"/>
                <a:cs typeface="Consolas" panose="020B0609020204030204" pitchFamily="49" charset="0"/>
              </a:rPr>
              <a:t> </a:t>
            </a:r>
            <a:r>
              <a:rPr lang="en-US" altLang="ko-KR" sz="1400" dirty="0" err="1">
                <a:latin typeface="D2Coding" panose="020B0609020101020101" pitchFamily="49" charset="-127"/>
                <a:ea typeface="D2Coding" panose="020B0609020101020101" pitchFamily="49" charset="-127"/>
                <a:cs typeface="Consolas" panose="020B0609020204030204" pitchFamily="49" charset="0"/>
              </a:rPr>
              <a:t>num</a:t>
            </a:r>
            <a:r>
              <a:rPr lang="en-US" altLang="ko-KR" sz="1400" dirty="0">
                <a:latin typeface="D2Coding" panose="020B0609020101020101" pitchFamily="49" charset="-127"/>
                <a:ea typeface="D2Coding" panose="020B0609020101020101" pitchFamily="49" charset="-127"/>
                <a:cs typeface="Consolas" panose="020B0609020204030204" pitchFamily="49" charset="0"/>
              </a:rPr>
              <a:t> = </a:t>
            </a:r>
            <a:r>
              <a:rPr lang="en-US" altLang="ko-KR" sz="1400" dirty="0" err="1">
                <a:latin typeface="D2Coding" panose="020B0609020101020101" pitchFamily="49" charset="-127"/>
                <a:ea typeface="D2Coding" panose="020B0609020101020101" pitchFamily="49" charset="-127"/>
                <a:cs typeface="Consolas" panose="020B0609020204030204" pitchFamily="49" charset="0"/>
              </a:rPr>
              <a:t>Integer.parseInt</a:t>
            </a:r>
            <a:r>
              <a:rPr lang="en-US" altLang="ko-KR" sz="1400" dirty="0">
                <a:latin typeface="D2Coding" panose="020B0609020101020101" pitchFamily="49" charset="-127"/>
                <a:ea typeface="D2Coding" panose="020B0609020101020101" pitchFamily="49" charset="-127"/>
                <a:cs typeface="Consolas" panose="020B0609020204030204" pitchFamily="49" charset="0"/>
              </a:rPr>
              <a:t>(</a:t>
            </a:r>
            <a:r>
              <a:rPr lang="en-US" altLang="ko-KR" sz="1400" dirty="0" err="1">
                <a:latin typeface="D2Coding" panose="020B0609020101020101" pitchFamily="49" charset="-127"/>
                <a:ea typeface="D2Coding" panose="020B0609020101020101" pitchFamily="49" charset="-127"/>
                <a:cs typeface="Consolas" panose="020B0609020204030204" pitchFamily="49" charset="0"/>
              </a:rPr>
              <a:t>request.getParameter</a:t>
            </a:r>
            <a:r>
              <a:rPr lang="en-US" altLang="ko-KR" sz="1400" dirty="0">
                <a:latin typeface="D2Coding" panose="020B0609020101020101" pitchFamily="49" charset="-127"/>
                <a:ea typeface="D2Coding" panose="020B0609020101020101" pitchFamily="49" charset="-127"/>
                <a:cs typeface="Consolas" panose="020B0609020204030204" pitchFamily="49" charset="0"/>
              </a:rPr>
              <a:t>("</a:t>
            </a:r>
            <a:r>
              <a:rPr lang="en-US" altLang="ko-KR" sz="1400" dirty="0" err="1">
                <a:latin typeface="D2Coding" panose="020B0609020101020101" pitchFamily="49" charset="-127"/>
                <a:ea typeface="D2Coding" panose="020B0609020101020101" pitchFamily="49" charset="-127"/>
                <a:cs typeface="Consolas" panose="020B0609020204030204" pitchFamily="49" charset="0"/>
              </a:rPr>
              <a:t>num</a:t>
            </a:r>
            <a:r>
              <a:rPr lang="en-US" altLang="ko-KR" sz="1400" dirty="0">
                <a:latin typeface="D2Coding" panose="020B0609020101020101" pitchFamily="49" charset="-127"/>
                <a:ea typeface="D2Coding" panose="020B0609020101020101" pitchFamily="49" charset="-127"/>
                <a:cs typeface="Consolas" panose="020B0609020204030204" pitchFamily="49" charset="0"/>
              </a:rPr>
              <a:t>"));</a:t>
            </a:r>
          </a:p>
          <a:p>
            <a:pPr fontAlgn="base">
              <a:lnSpc>
                <a:spcPct val="120000"/>
              </a:lnSpc>
            </a:pPr>
            <a:r>
              <a:rPr lang="en-US" altLang="ko-KR" sz="1400" dirty="0">
                <a:latin typeface="D2Coding" panose="020B0609020101020101" pitchFamily="49" charset="-127"/>
                <a:ea typeface="D2Coding" panose="020B0609020101020101" pitchFamily="49" charset="-127"/>
                <a:cs typeface="Consolas" panose="020B0609020204030204" pitchFamily="49" charset="0"/>
              </a:rPr>
              <a:t>  8: </a:t>
            </a:r>
          </a:p>
          <a:p>
            <a:pPr fontAlgn="base">
              <a:lnSpc>
                <a:spcPct val="120000"/>
              </a:lnSpc>
            </a:pPr>
            <a:r>
              <a:rPr lang="en-US" altLang="ko-KR" sz="1400" dirty="0">
                <a:latin typeface="D2Coding" panose="020B0609020101020101" pitchFamily="49" charset="-127"/>
                <a:ea typeface="D2Coding" panose="020B0609020101020101" pitchFamily="49" charset="-127"/>
                <a:cs typeface="Consolas" panose="020B0609020204030204" pitchFamily="49" charset="0"/>
              </a:rPr>
              <a:t>  9:     </a:t>
            </a:r>
            <a:r>
              <a:rPr lang="en-US" altLang="ko-KR" sz="1400" dirty="0" err="1">
                <a:latin typeface="D2Coding" panose="020B0609020101020101" pitchFamily="49" charset="-127"/>
                <a:ea typeface="D2Coding" panose="020B0609020101020101" pitchFamily="49" charset="-127"/>
                <a:cs typeface="Consolas" panose="020B0609020204030204" pitchFamily="49" charset="0"/>
              </a:rPr>
              <a:t>Class.forName</a:t>
            </a:r>
            <a:r>
              <a:rPr lang="en-US" altLang="ko-KR" sz="1400" dirty="0">
                <a:latin typeface="D2Coding" panose="020B0609020101020101" pitchFamily="49" charset="-127"/>
                <a:ea typeface="D2Coding" panose="020B0609020101020101" pitchFamily="49" charset="-127"/>
                <a:cs typeface="Consolas" panose="020B0609020204030204" pitchFamily="49" charset="0"/>
              </a:rPr>
              <a:t>("</a:t>
            </a:r>
            <a:r>
              <a:rPr lang="en-US" altLang="ko-KR" sz="1400" dirty="0" err="1">
                <a:latin typeface="D2Coding" panose="020B0609020101020101" pitchFamily="49" charset="-127"/>
                <a:ea typeface="D2Coding" panose="020B0609020101020101" pitchFamily="49" charset="-127"/>
                <a:cs typeface="Consolas" panose="020B0609020204030204" pitchFamily="49" charset="0"/>
              </a:rPr>
              <a:t>org.mariadb.jdbc.Driver</a:t>
            </a:r>
            <a:r>
              <a:rPr lang="en-US" altLang="ko-KR" sz="1400" dirty="0">
                <a:latin typeface="D2Coding" panose="020B0609020101020101" pitchFamily="49" charset="-127"/>
                <a:ea typeface="D2Coding" panose="020B0609020101020101" pitchFamily="49" charset="-127"/>
                <a:cs typeface="Consolas" panose="020B0609020204030204" pitchFamily="49" charset="0"/>
              </a:rPr>
              <a:t>");</a:t>
            </a:r>
          </a:p>
          <a:p>
            <a:pPr fontAlgn="base">
              <a:lnSpc>
                <a:spcPct val="120000"/>
              </a:lnSpc>
            </a:pPr>
            <a:r>
              <a:rPr lang="en-US" altLang="ko-KR" sz="1400" dirty="0">
                <a:latin typeface="D2Coding" panose="020B0609020101020101" pitchFamily="49" charset="-127"/>
                <a:ea typeface="D2Coding" panose="020B0609020101020101" pitchFamily="49" charset="-127"/>
                <a:cs typeface="Consolas" panose="020B0609020204030204" pitchFamily="49" charset="0"/>
              </a:rPr>
              <a:t> 10:     try ( </a:t>
            </a:r>
          </a:p>
          <a:p>
            <a:pPr fontAlgn="base">
              <a:lnSpc>
                <a:spcPct val="120000"/>
              </a:lnSpc>
            </a:pPr>
            <a:r>
              <a:rPr lang="en-US" altLang="ko-KR" sz="1400" dirty="0">
                <a:latin typeface="D2Coding" panose="020B0609020101020101" pitchFamily="49" charset="-127"/>
                <a:ea typeface="D2Coding" panose="020B0609020101020101" pitchFamily="49" charset="-127"/>
                <a:cs typeface="Consolas" panose="020B0609020204030204" pitchFamily="49" charset="0"/>
              </a:rPr>
              <a:t> 11:         Connection conn = </a:t>
            </a:r>
            <a:r>
              <a:rPr lang="en-US" altLang="ko-KR" sz="1400" dirty="0" err="1">
                <a:latin typeface="D2Coding" panose="020B0609020101020101" pitchFamily="49" charset="-127"/>
                <a:ea typeface="D2Coding" panose="020B0609020101020101" pitchFamily="49" charset="-127"/>
                <a:cs typeface="Consolas" panose="020B0609020204030204" pitchFamily="49" charset="0"/>
              </a:rPr>
              <a:t>DriverManager.getConnection</a:t>
            </a:r>
            <a:r>
              <a:rPr lang="en-US" altLang="ko-KR" sz="1400" dirty="0">
                <a:latin typeface="D2Coding" panose="020B0609020101020101" pitchFamily="49" charset="-127"/>
                <a:ea typeface="D2Coding" panose="020B0609020101020101" pitchFamily="49" charset="-127"/>
                <a:cs typeface="Consolas" panose="020B0609020204030204" pitchFamily="49" charset="0"/>
              </a:rPr>
              <a:t>(</a:t>
            </a:r>
          </a:p>
          <a:p>
            <a:pPr fontAlgn="base">
              <a:lnSpc>
                <a:spcPct val="120000"/>
              </a:lnSpc>
            </a:pPr>
            <a:r>
              <a:rPr lang="en-US" altLang="ko-KR" sz="1400" dirty="0">
                <a:latin typeface="D2Coding" panose="020B0609020101020101" pitchFamily="49" charset="-127"/>
                <a:ea typeface="D2Coding" panose="020B0609020101020101" pitchFamily="49" charset="-127"/>
                <a:cs typeface="Consolas" panose="020B0609020204030204" pitchFamily="49" charset="0"/>
              </a:rPr>
              <a:t> 12:                 "</a:t>
            </a:r>
            <a:r>
              <a:rPr lang="en-US" altLang="ko-KR" sz="1400" dirty="0" err="1">
                <a:latin typeface="D2Coding" panose="020B0609020101020101" pitchFamily="49" charset="-127"/>
                <a:ea typeface="D2Coding" panose="020B0609020101020101" pitchFamily="49" charset="-127"/>
                <a:cs typeface="Consolas" panose="020B0609020204030204" pitchFamily="49" charset="0"/>
              </a:rPr>
              <a:t>jdbc:mariadb</a:t>
            </a:r>
            <a:r>
              <a:rPr lang="en-US" altLang="ko-KR" sz="1400" dirty="0">
                <a:latin typeface="D2Coding" panose="020B0609020101020101" pitchFamily="49" charset="-127"/>
                <a:ea typeface="D2Coding" panose="020B0609020101020101" pitchFamily="49" charset="-127"/>
                <a:cs typeface="Consolas" panose="020B0609020204030204" pitchFamily="49" charset="0"/>
              </a:rPr>
              <a:t>://localhost:3308/</a:t>
            </a:r>
            <a:r>
              <a:rPr lang="en-US" altLang="ko-KR" sz="1400" dirty="0" err="1">
                <a:latin typeface="D2Coding" panose="020B0609020101020101" pitchFamily="49" charset="-127"/>
                <a:ea typeface="D2Coding" panose="020B0609020101020101" pitchFamily="49" charset="-127"/>
                <a:cs typeface="Consolas" panose="020B0609020204030204" pitchFamily="49" charset="0"/>
              </a:rPr>
              <a:t>jspdb</a:t>
            </a:r>
            <a:r>
              <a:rPr lang="en-US" altLang="ko-KR" sz="1400" dirty="0">
                <a:latin typeface="D2Coding" panose="020B0609020101020101" pitchFamily="49" charset="-127"/>
                <a:ea typeface="D2Coding" panose="020B0609020101020101" pitchFamily="49" charset="-127"/>
                <a:cs typeface="Consolas" panose="020B0609020204030204" pitchFamily="49" charset="0"/>
              </a:rPr>
              <a:t>", "</a:t>
            </a:r>
            <a:r>
              <a:rPr lang="en-US" altLang="ko-KR" sz="1400" dirty="0" err="1">
                <a:latin typeface="D2Coding" panose="020B0609020101020101" pitchFamily="49" charset="-127"/>
                <a:ea typeface="D2Coding" panose="020B0609020101020101" pitchFamily="49" charset="-127"/>
                <a:cs typeface="Consolas" panose="020B0609020204030204" pitchFamily="49" charset="0"/>
              </a:rPr>
              <a:t>jsp</a:t>
            </a:r>
            <a:r>
              <a:rPr lang="en-US" altLang="ko-KR" sz="1400" dirty="0">
                <a:latin typeface="D2Coding" panose="020B0609020101020101" pitchFamily="49" charset="-127"/>
                <a:ea typeface="D2Coding" panose="020B0609020101020101" pitchFamily="49" charset="-127"/>
                <a:cs typeface="Consolas" panose="020B0609020204030204" pitchFamily="49" charset="0"/>
              </a:rPr>
              <a:t>", "1234");</a:t>
            </a:r>
          </a:p>
          <a:p>
            <a:pPr fontAlgn="base">
              <a:lnSpc>
                <a:spcPct val="120000"/>
              </a:lnSpc>
            </a:pPr>
            <a:r>
              <a:rPr lang="en-US" altLang="ko-KR" sz="1400" dirty="0">
                <a:latin typeface="D2Coding" panose="020B0609020101020101" pitchFamily="49" charset="-127"/>
                <a:ea typeface="D2Coding" panose="020B0609020101020101" pitchFamily="49" charset="-127"/>
                <a:cs typeface="Consolas" panose="020B0609020204030204" pitchFamily="49" charset="0"/>
              </a:rPr>
              <a:t> 13:         Statement </a:t>
            </a:r>
            <a:r>
              <a:rPr lang="en-US" altLang="ko-KR" sz="1400" dirty="0" err="1">
                <a:latin typeface="D2Coding" panose="020B0609020101020101" pitchFamily="49" charset="-127"/>
                <a:ea typeface="D2Coding" panose="020B0609020101020101" pitchFamily="49" charset="-127"/>
                <a:cs typeface="Consolas" panose="020B0609020204030204" pitchFamily="49" charset="0"/>
              </a:rPr>
              <a:t>stmt</a:t>
            </a:r>
            <a:r>
              <a:rPr lang="en-US" altLang="ko-KR" sz="1400" dirty="0">
                <a:latin typeface="D2Coding" panose="020B0609020101020101" pitchFamily="49" charset="-127"/>
                <a:ea typeface="D2Coding" panose="020B0609020101020101" pitchFamily="49" charset="-127"/>
                <a:cs typeface="Consolas" panose="020B0609020204030204" pitchFamily="49" charset="0"/>
              </a:rPr>
              <a:t> = </a:t>
            </a:r>
            <a:r>
              <a:rPr lang="en-US" altLang="ko-KR" sz="1400" dirty="0" err="1">
                <a:latin typeface="D2Coding" panose="020B0609020101020101" pitchFamily="49" charset="-127"/>
                <a:ea typeface="D2Coding" panose="020B0609020101020101" pitchFamily="49" charset="-127"/>
                <a:cs typeface="Consolas" panose="020B0609020204030204" pitchFamily="49" charset="0"/>
              </a:rPr>
              <a:t>conn.createStatement</a:t>
            </a:r>
            <a:r>
              <a:rPr lang="en-US" altLang="ko-KR" sz="1400" dirty="0">
                <a:latin typeface="D2Coding" panose="020B0609020101020101" pitchFamily="49" charset="-127"/>
                <a:ea typeface="D2Coding" panose="020B0609020101020101" pitchFamily="49" charset="-127"/>
                <a:cs typeface="Consolas" panose="020B0609020204030204" pitchFamily="49" charset="0"/>
              </a:rPr>
              <a:t>();            </a:t>
            </a:r>
          </a:p>
          <a:p>
            <a:pPr fontAlgn="base">
              <a:lnSpc>
                <a:spcPct val="120000"/>
              </a:lnSpc>
            </a:pPr>
            <a:r>
              <a:rPr lang="en-US" altLang="ko-KR" sz="1400" dirty="0">
                <a:latin typeface="D2Coding" panose="020B0609020101020101" pitchFamily="49" charset="-127"/>
                <a:ea typeface="D2Coding" panose="020B0609020101020101" pitchFamily="49" charset="-127"/>
                <a:cs typeface="Consolas" panose="020B0609020204030204" pitchFamily="49" charset="0"/>
              </a:rPr>
              <a:t> 14:         </a:t>
            </a:r>
          </a:p>
          <a:p>
            <a:pPr fontAlgn="base">
              <a:lnSpc>
                <a:spcPct val="120000"/>
              </a:lnSpc>
            </a:pPr>
            <a:r>
              <a:rPr lang="en-US" altLang="ko-KR" sz="1400" dirty="0">
                <a:latin typeface="D2Coding" panose="020B0609020101020101" pitchFamily="49" charset="-127"/>
                <a:ea typeface="D2Coding" panose="020B0609020101020101" pitchFamily="49" charset="-127"/>
                <a:cs typeface="Consolas" panose="020B0609020204030204" pitchFamily="49" charset="0"/>
              </a:rPr>
              <a:t> 15:         // </a:t>
            </a:r>
            <a:r>
              <a:rPr lang="ko-KR" altLang="en-US" sz="1400" dirty="0">
                <a:latin typeface="D2Coding" panose="020B0609020101020101" pitchFamily="49" charset="-127"/>
                <a:ea typeface="D2Coding" panose="020B0609020101020101" pitchFamily="49" charset="-127"/>
                <a:cs typeface="Consolas" panose="020B0609020204030204" pitchFamily="49" charset="0"/>
              </a:rPr>
              <a:t>삭제할 파일의 정보를 읽어오는 쿼리 </a:t>
            </a:r>
            <a:r>
              <a:rPr lang="en-US" altLang="ko-KR" sz="1400" dirty="0">
                <a:latin typeface="D2Coding" panose="020B0609020101020101" pitchFamily="49" charset="-127"/>
                <a:ea typeface="D2Coding" panose="020B0609020101020101" pitchFamily="49" charset="-127"/>
                <a:cs typeface="Consolas" panose="020B0609020204030204" pitchFamily="49" charset="0"/>
              </a:rPr>
              <a:t>(</a:t>
            </a:r>
            <a:r>
              <a:rPr lang="ko-KR" altLang="en-US" sz="1400" dirty="0">
                <a:latin typeface="D2Coding" panose="020B0609020101020101" pitchFamily="49" charset="-127"/>
                <a:ea typeface="D2Coding" panose="020B0609020101020101" pitchFamily="49" charset="-127"/>
                <a:cs typeface="Consolas" panose="020B0609020204030204" pitchFamily="49" charset="0"/>
              </a:rPr>
              <a:t>파일명을 알기 위해</a:t>
            </a:r>
            <a:r>
              <a:rPr lang="en-US" altLang="ko-KR" sz="1400" dirty="0">
                <a:latin typeface="D2Coding" panose="020B0609020101020101" pitchFamily="49" charset="-127"/>
                <a:ea typeface="D2Coding" panose="020B0609020101020101" pitchFamily="49" charset="-127"/>
                <a:cs typeface="Consolas" panose="020B0609020204030204" pitchFamily="49" charset="0"/>
              </a:rPr>
              <a:t>)</a:t>
            </a:r>
          </a:p>
          <a:p>
            <a:pPr fontAlgn="base">
              <a:lnSpc>
                <a:spcPct val="120000"/>
              </a:lnSpc>
            </a:pPr>
            <a:r>
              <a:rPr lang="en-US" altLang="ko-KR" sz="1400" dirty="0">
                <a:latin typeface="D2Coding" panose="020B0609020101020101" pitchFamily="49" charset="-127"/>
                <a:ea typeface="D2Coding" panose="020B0609020101020101" pitchFamily="49" charset="-127"/>
                <a:cs typeface="Consolas" panose="020B0609020204030204" pitchFamily="49" charset="0"/>
              </a:rPr>
              <a:t> 16:         </a:t>
            </a:r>
            <a:r>
              <a:rPr lang="en-US" altLang="ko-KR" sz="1400" dirty="0" err="1">
                <a:latin typeface="D2Coding" panose="020B0609020101020101" pitchFamily="49" charset="-127"/>
                <a:ea typeface="D2Coding" panose="020B0609020101020101" pitchFamily="49" charset="-127"/>
                <a:cs typeface="Consolas" panose="020B0609020204030204" pitchFamily="49" charset="0"/>
              </a:rPr>
              <a:t>ResultSet</a:t>
            </a:r>
            <a:r>
              <a:rPr lang="en-US" altLang="ko-KR" sz="1400" dirty="0">
                <a:latin typeface="D2Coding" panose="020B0609020101020101" pitchFamily="49" charset="-127"/>
                <a:ea typeface="D2Coding" panose="020B0609020101020101" pitchFamily="49" charset="-127"/>
                <a:cs typeface="Consolas" panose="020B0609020204030204" pitchFamily="49" charset="0"/>
              </a:rPr>
              <a:t> </a:t>
            </a:r>
            <a:r>
              <a:rPr lang="en-US" altLang="ko-KR" sz="1400" dirty="0" err="1">
                <a:latin typeface="D2Coding" panose="020B0609020101020101" pitchFamily="49" charset="-127"/>
                <a:ea typeface="D2Coding" panose="020B0609020101020101" pitchFamily="49" charset="-127"/>
                <a:cs typeface="Consolas" panose="020B0609020204030204" pitchFamily="49" charset="0"/>
              </a:rPr>
              <a:t>rs</a:t>
            </a:r>
            <a:r>
              <a:rPr lang="en-US" altLang="ko-KR" sz="1400" dirty="0">
                <a:latin typeface="D2Coding" panose="020B0609020101020101" pitchFamily="49" charset="-127"/>
                <a:ea typeface="D2Coding" panose="020B0609020101020101" pitchFamily="49" charset="-127"/>
                <a:cs typeface="Consolas" panose="020B0609020204030204" pitchFamily="49" charset="0"/>
              </a:rPr>
              <a:t> = </a:t>
            </a:r>
            <a:r>
              <a:rPr lang="en-US" altLang="ko-KR" sz="1400" dirty="0" err="1">
                <a:latin typeface="D2Coding" panose="020B0609020101020101" pitchFamily="49" charset="-127"/>
                <a:ea typeface="D2Coding" panose="020B0609020101020101" pitchFamily="49" charset="-127"/>
                <a:cs typeface="Consolas" panose="020B0609020204030204" pitchFamily="49" charset="0"/>
              </a:rPr>
              <a:t>stmt.executeQuery</a:t>
            </a:r>
            <a:r>
              <a:rPr lang="en-US" altLang="ko-KR" sz="1400" dirty="0">
                <a:latin typeface="D2Coding" panose="020B0609020101020101" pitchFamily="49" charset="-127"/>
                <a:ea typeface="D2Coding" panose="020B0609020101020101" pitchFamily="49" charset="-127"/>
                <a:cs typeface="Consolas" panose="020B0609020204030204" pitchFamily="49" charset="0"/>
              </a:rPr>
              <a:t>(</a:t>
            </a:r>
          </a:p>
          <a:p>
            <a:pPr fontAlgn="base">
              <a:lnSpc>
                <a:spcPct val="120000"/>
              </a:lnSpc>
            </a:pPr>
            <a:r>
              <a:rPr lang="en-US" altLang="ko-KR" sz="1400" dirty="0">
                <a:latin typeface="D2Coding" panose="020B0609020101020101" pitchFamily="49" charset="-127"/>
                <a:ea typeface="D2Coding" panose="020B0609020101020101" pitchFamily="49" charset="-127"/>
                <a:cs typeface="Consolas" panose="020B0609020204030204" pitchFamily="49" charset="0"/>
              </a:rPr>
              <a:t> 17:                 "select * from </a:t>
            </a:r>
            <a:r>
              <a:rPr lang="en-US" altLang="ko-KR" sz="1400" dirty="0" err="1">
                <a:latin typeface="D2Coding" panose="020B0609020101020101" pitchFamily="49" charset="-127"/>
                <a:ea typeface="D2Coding" panose="020B0609020101020101" pitchFamily="49" charset="-127"/>
                <a:cs typeface="Consolas" panose="020B0609020204030204" pitchFamily="49" charset="0"/>
              </a:rPr>
              <a:t>webhard</a:t>
            </a:r>
            <a:r>
              <a:rPr lang="en-US" altLang="ko-KR" sz="1400" dirty="0">
                <a:latin typeface="D2Coding" panose="020B0609020101020101" pitchFamily="49" charset="-127"/>
                <a:ea typeface="D2Coding" panose="020B0609020101020101" pitchFamily="49" charset="-127"/>
                <a:cs typeface="Consolas" panose="020B0609020204030204" pitchFamily="49" charset="0"/>
              </a:rPr>
              <a:t> where </a:t>
            </a:r>
            <a:r>
              <a:rPr lang="en-US" altLang="ko-KR" sz="1400" dirty="0" err="1">
                <a:latin typeface="D2Coding" panose="020B0609020101020101" pitchFamily="49" charset="-127"/>
                <a:ea typeface="D2Coding" panose="020B0609020101020101" pitchFamily="49" charset="-127"/>
                <a:cs typeface="Consolas" panose="020B0609020204030204" pitchFamily="49" charset="0"/>
              </a:rPr>
              <a:t>num</a:t>
            </a:r>
            <a:r>
              <a:rPr lang="en-US" altLang="ko-KR" sz="1400" dirty="0">
                <a:latin typeface="D2Coding" panose="020B0609020101020101" pitchFamily="49" charset="-127"/>
                <a:ea typeface="D2Coding" panose="020B0609020101020101" pitchFamily="49" charset="-127"/>
                <a:cs typeface="Consolas" panose="020B0609020204030204" pitchFamily="49" charset="0"/>
              </a:rPr>
              <a:t>=" + </a:t>
            </a:r>
            <a:r>
              <a:rPr lang="en-US" altLang="ko-KR" sz="1400" dirty="0" err="1">
                <a:latin typeface="D2Coding" panose="020B0609020101020101" pitchFamily="49" charset="-127"/>
                <a:ea typeface="D2Coding" panose="020B0609020101020101" pitchFamily="49" charset="-127"/>
                <a:cs typeface="Consolas" panose="020B0609020204030204" pitchFamily="49" charset="0"/>
              </a:rPr>
              <a:t>num</a:t>
            </a:r>
            <a:r>
              <a:rPr lang="en-US" altLang="ko-KR" sz="1400" dirty="0">
                <a:latin typeface="D2Coding" panose="020B0609020101020101" pitchFamily="49" charset="-127"/>
                <a:ea typeface="D2Coding" panose="020B0609020101020101" pitchFamily="49" charset="-127"/>
                <a:cs typeface="Consolas" panose="020B0609020204030204" pitchFamily="49" charset="0"/>
              </a:rPr>
              <a:t>);</a:t>
            </a:r>
          </a:p>
          <a:p>
            <a:pPr fontAlgn="base">
              <a:lnSpc>
                <a:spcPct val="120000"/>
              </a:lnSpc>
            </a:pPr>
            <a:r>
              <a:rPr lang="en-US" altLang="ko-KR" sz="1400" dirty="0">
                <a:latin typeface="D2Coding" panose="020B0609020101020101" pitchFamily="49" charset="-127"/>
                <a:ea typeface="D2Coding" panose="020B0609020101020101" pitchFamily="49" charset="-127"/>
                <a:cs typeface="Consolas" panose="020B0609020204030204" pitchFamily="49" charset="0"/>
              </a:rPr>
              <a:t> 18:     ) {</a:t>
            </a:r>
          </a:p>
        </p:txBody>
      </p:sp>
      <p:cxnSp>
        <p:nvCxnSpPr>
          <p:cNvPr id="3" name="직선 연결선 2">
            <a:extLst>
              <a:ext uri="{FF2B5EF4-FFF2-40B4-BE49-F238E27FC236}">
                <a16:creationId xmlns:a16="http://schemas.microsoft.com/office/drawing/2014/main" id="{81DAE035-A50E-96A2-9770-9C136574368C}"/>
              </a:ext>
            </a:extLst>
          </p:cNvPr>
          <p:cNvCxnSpPr>
            <a:cxnSpLocks/>
          </p:cNvCxnSpPr>
          <p:nvPr/>
        </p:nvCxnSpPr>
        <p:spPr>
          <a:xfrm>
            <a:off x="0" y="368660"/>
            <a:ext cx="9144000" cy="6300700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6" name="직선 연결선 5">
            <a:extLst>
              <a:ext uri="{FF2B5EF4-FFF2-40B4-BE49-F238E27FC236}">
                <a16:creationId xmlns:a16="http://schemas.microsoft.com/office/drawing/2014/main" id="{0AB7B08D-C14E-5C78-8006-5B61226C9CC5}"/>
              </a:ext>
            </a:extLst>
          </p:cNvPr>
          <p:cNvCxnSpPr>
            <a:cxnSpLocks/>
          </p:cNvCxnSpPr>
          <p:nvPr/>
        </p:nvCxnSpPr>
        <p:spPr>
          <a:xfrm flipH="1">
            <a:off x="0" y="332656"/>
            <a:ext cx="9144000" cy="6336704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1416310267"/>
      </p:ext>
    </p:extLst>
  </p:cSld>
  <p:clrMapOvr>
    <a:masterClrMapping/>
  </p:clrMapOvr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fontAlgn="base"/>
            <a:r>
              <a:rPr lang="en-US" altLang="ko-KR" dirty="0"/>
              <a:t>7.3 </a:t>
            </a:r>
            <a:r>
              <a:rPr lang="ko-KR" altLang="en-US" dirty="0"/>
              <a:t>파일 추가와 삭제 기능</a:t>
            </a:r>
          </a:p>
        </p:txBody>
      </p:sp>
      <p:sp>
        <p:nvSpPr>
          <p:cNvPr id="4" name="슬라이드 번호 개체 틀 3"/>
          <p:cNvSpPr>
            <a:spLocks noGrp="1"/>
          </p:cNvSpPr>
          <p:nvPr>
            <p:ph type="sldNum" sz="quarter" idx="4"/>
          </p:nvPr>
        </p:nvSpPr>
        <p:spPr/>
        <p:txBody>
          <a:bodyPr/>
          <a:lstStyle/>
          <a:p>
            <a:fld id="{5AA8C37D-6ADA-49EE-B609-6DB056DA936F}" type="slidenum">
              <a:rPr lang="ko-KR" altLang="en-US" smtClean="0"/>
              <a:pPr/>
              <a:t>28</a:t>
            </a:fld>
            <a:endParaRPr lang="ko-KR" altLang="en-US" dirty="0"/>
          </a:p>
        </p:txBody>
      </p:sp>
      <p:sp>
        <p:nvSpPr>
          <p:cNvPr id="5" name="직사각형 4">
            <a:extLst>
              <a:ext uri="{FF2B5EF4-FFF2-40B4-BE49-F238E27FC236}">
                <a16:creationId xmlns:a16="http://schemas.microsoft.com/office/drawing/2014/main" id="{A543F91A-4A44-48D6-91A7-2A0EAF615EDA}"/>
              </a:ext>
            </a:extLst>
          </p:cNvPr>
          <p:cNvSpPr/>
          <p:nvPr/>
        </p:nvSpPr>
        <p:spPr>
          <a:xfrm>
            <a:off x="905086" y="1000499"/>
            <a:ext cx="7333828" cy="5246116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fontAlgn="base">
              <a:lnSpc>
                <a:spcPct val="120000"/>
              </a:lnSpc>
            </a:pPr>
            <a:r>
              <a:rPr lang="en-US" altLang="ko-KR" sz="1400" dirty="0">
                <a:latin typeface="D2Coding" panose="020B0609020101020101" pitchFamily="49" charset="-127"/>
                <a:ea typeface="D2Coding" panose="020B0609020101020101" pitchFamily="49" charset="-127"/>
                <a:cs typeface="Consolas" panose="020B0609020204030204" pitchFamily="49" charset="0"/>
              </a:rPr>
              <a:t> 19:         if (</a:t>
            </a:r>
            <a:r>
              <a:rPr lang="en-US" altLang="ko-KR" sz="1400" dirty="0" err="1">
                <a:latin typeface="D2Coding" panose="020B0609020101020101" pitchFamily="49" charset="-127"/>
                <a:ea typeface="D2Coding" panose="020B0609020101020101" pitchFamily="49" charset="-127"/>
                <a:cs typeface="Consolas" panose="020B0609020204030204" pitchFamily="49" charset="0"/>
              </a:rPr>
              <a:t>rs.next</a:t>
            </a:r>
            <a:r>
              <a:rPr lang="en-US" altLang="ko-KR" sz="1400" dirty="0">
                <a:latin typeface="D2Coding" panose="020B0609020101020101" pitchFamily="49" charset="-127"/>
                <a:ea typeface="D2Coding" panose="020B0609020101020101" pitchFamily="49" charset="-127"/>
                <a:cs typeface="Consolas" panose="020B0609020204030204" pitchFamily="49" charset="0"/>
              </a:rPr>
              <a:t>()) {</a:t>
            </a:r>
          </a:p>
          <a:p>
            <a:pPr fontAlgn="base">
              <a:lnSpc>
                <a:spcPct val="120000"/>
              </a:lnSpc>
            </a:pPr>
            <a:r>
              <a:rPr lang="en-US" altLang="ko-KR" sz="1400" dirty="0">
                <a:latin typeface="D2Coding" panose="020B0609020101020101" pitchFamily="49" charset="-127"/>
                <a:ea typeface="D2Coding" panose="020B0609020101020101" pitchFamily="49" charset="-127"/>
                <a:cs typeface="Consolas" panose="020B0609020204030204" pitchFamily="49" charset="0"/>
              </a:rPr>
              <a:t> 20: </a:t>
            </a:r>
          </a:p>
          <a:p>
            <a:pPr fontAlgn="base">
              <a:lnSpc>
                <a:spcPct val="120000"/>
              </a:lnSpc>
            </a:pPr>
            <a:r>
              <a:rPr lang="en-US" altLang="ko-KR" sz="1400" dirty="0">
                <a:latin typeface="D2Coding" panose="020B0609020101020101" pitchFamily="49" charset="-127"/>
                <a:ea typeface="D2Coding" panose="020B0609020101020101" pitchFamily="49" charset="-127"/>
                <a:cs typeface="Consolas" panose="020B0609020204030204" pitchFamily="49" charset="0"/>
              </a:rPr>
              <a:t> 21:             // </a:t>
            </a:r>
            <a:r>
              <a:rPr lang="ko-KR" altLang="en-US" sz="1400" dirty="0">
                <a:latin typeface="D2Coding" panose="020B0609020101020101" pitchFamily="49" charset="-127"/>
                <a:ea typeface="D2Coding" panose="020B0609020101020101" pitchFamily="49" charset="-127"/>
                <a:cs typeface="Consolas" panose="020B0609020204030204" pitchFamily="49" charset="0"/>
              </a:rPr>
              <a:t>지정된 파일 삭제</a:t>
            </a:r>
          </a:p>
          <a:p>
            <a:pPr fontAlgn="base">
              <a:lnSpc>
                <a:spcPct val="120000"/>
              </a:lnSpc>
            </a:pPr>
            <a:r>
              <a:rPr lang="ko-KR" altLang="en-US" sz="1400" dirty="0">
                <a:latin typeface="D2Coding" panose="020B0609020101020101" pitchFamily="49" charset="-127"/>
                <a:ea typeface="D2Coding" panose="020B0609020101020101" pitchFamily="49" charset="-127"/>
                <a:cs typeface="Consolas" panose="020B0609020204030204" pitchFamily="49" charset="0"/>
              </a:rPr>
              <a:t> </a:t>
            </a:r>
            <a:r>
              <a:rPr lang="en-US" altLang="ko-KR" sz="1400" dirty="0">
                <a:latin typeface="D2Coding" panose="020B0609020101020101" pitchFamily="49" charset="-127"/>
                <a:ea typeface="D2Coding" panose="020B0609020101020101" pitchFamily="49" charset="-127"/>
                <a:cs typeface="Consolas" panose="020B0609020204030204" pitchFamily="49" charset="0"/>
              </a:rPr>
              <a:t>22:             File </a:t>
            </a:r>
            <a:r>
              <a:rPr lang="en-US" altLang="ko-KR" sz="1400" dirty="0" err="1">
                <a:latin typeface="D2Coding" panose="020B0609020101020101" pitchFamily="49" charset="-127"/>
                <a:ea typeface="D2Coding" panose="020B0609020101020101" pitchFamily="49" charset="-127"/>
                <a:cs typeface="Consolas" panose="020B0609020204030204" pitchFamily="49" charset="0"/>
              </a:rPr>
              <a:t>file</a:t>
            </a:r>
            <a:r>
              <a:rPr lang="en-US" altLang="ko-KR" sz="1400" dirty="0">
                <a:latin typeface="D2Coding" panose="020B0609020101020101" pitchFamily="49" charset="-127"/>
                <a:ea typeface="D2Coding" panose="020B0609020101020101" pitchFamily="49" charset="-127"/>
                <a:cs typeface="Consolas" panose="020B0609020204030204" pitchFamily="49" charset="0"/>
              </a:rPr>
              <a:t> = new File(</a:t>
            </a:r>
            <a:r>
              <a:rPr lang="en-US" altLang="ko-KR" sz="1400" dirty="0" err="1">
                <a:latin typeface="D2Coding" panose="020B0609020101020101" pitchFamily="49" charset="-127"/>
                <a:ea typeface="D2Coding" panose="020B0609020101020101" pitchFamily="49" charset="-127"/>
                <a:cs typeface="Consolas" panose="020B0609020204030204" pitchFamily="49" charset="0"/>
              </a:rPr>
              <a:t>application.getRealPath</a:t>
            </a:r>
            <a:r>
              <a:rPr lang="en-US" altLang="ko-KR" sz="1400" dirty="0">
                <a:latin typeface="D2Coding" panose="020B0609020101020101" pitchFamily="49" charset="-127"/>
                <a:ea typeface="D2Coding" panose="020B0609020101020101" pitchFamily="49" charset="-127"/>
                <a:cs typeface="Consolas" panose="020B0609020204030204" pitchFamily="49" charset="0"/>
              </a:rPr>
              <a:t>("/files/") +</a:t>
            </a:r>
          </a:p>
          <a:p>
            <a:pPr fontAlgn="base">
              <a:lnSpc>
                <a:spcPct val="120000"/>
              </a:lnSpc>
            </a:pPr>
            <a:r>
              <a:rPr lang="en-US" altLang="ko-KR" sz="1400" dirty="0">
                <a:latin typeface="D2Coding" panose="020B0609020101020101" pitchFamily="49" charset="-127"/>
                <a:ea typeface="D2Coding" panose="020B0609020101020101" pitchFamily="49" charset="-127"/>
                <a:cs typeface="Consolas" panose="020B0609020204030204" pitchFamily="49" charset="0"/>
              </a:rPr>
              <a:t> 23:                                  </a:t>
            </a:r>
            <a:r>
              <a:rPr lang="en-US" altLang="ko-KR" sz="1400" dirty="0" err="1">
                <a:latin typeface="D2Coding" panose="020B0609020101020101" pitchFamily="49" charset="-127"/>
                <a:ea typeface="D2Coding" panose="020B0609020101020101" pitchFamily="49" charset="-127"/>
                <a:cs typeface="Consolas" panose="020B0609020204030204" pitchFamily="49" charset="0"/>
              </a:rPr>
              <a:t>rs.getString</a:t>
            </a:r>
            <a:r>
              <a:rPr lang="en-US" altLang="ko-KR" sz="1400" dirty="0">
                <a:latin typeface="D2Coding" panose="020B0609020101020101" pitchFamily="49" charset="-127"/>
                <a:ea typeface="D2Coding" panose="020B0609020101020101" pitchFamily="49" charset="-127"/>
                <a:cs typeface="Consolas" panose="020B0609020204030204" pitchFamily="49" charset="0"/>
              </a:rPr>
              <a:t>("</a:t>
            </a:r>
            <a:r>
              <a:rPr lang="en-US" altLang="ko-KR" sz="1400" dirty="0" err="1">
                <a:latin typeface="D2Coding" panose="020B0609020101020101" pitchFamily="49" charset="-127"/>
                <a:ea typeface="D2Coding" panose="020B0609020101020101" pitchFamily="49" charset="-127"/>
                <a:cs typeface="Consolas" panose="020B0609020204030204" pitchFamily="49" charset="0"/>
              </a:rPr>
              <a:t>fname</a:t>
            </a:r>
            <a:r>
              <a:rPr lang="en-US" altLang="ko-KR" sz="1400" dirty="0">
                <a:latin typeface="D2Coding" panose="020B0609020101020101" pitchFamily="49" charset="-127"/>
                <a:ea typeface="D2Coding" panose="020B0609020101020101" pitchFamily="49" charset="-127"/>
                <a:cs typeface="Consolas" panose="020B0609020204030204" pitchFamily="49" charset="0"/>
              </a:rPr>
              <a:t>"));</a:t>
            </a:r>
          </a:p>
          <a:p>
            <a:pPr fontAlgn="base">
              <a:lnSpc>
                <a:spcPct val="120000"/>
              </a:lnSpc>
            </a:pPr>
            <a:r>
              <a:rPr lang="en-US" altLang="ko-KR" sz="1400" dirty="0">
                <a:latin typeface="D2Coding" panose="020B0609020101020101" pitchFamily="49" charset="-127"/>
                <a:ea typeface="D2Coding" panose="020B0609020101020101" pitchFamily="49" charset="-127"/>
                <a:cs typeface="Consolas" panose="020B0609020204030204" pitchFamily="49" charset="0"/>
              </a:rPr>
              <a:t> 24:             if (file != null) {</a:t>
            </a:r>
          </a:p>
          <a:p>
            <a:pPr fontAlgn="base">
              <a:lnSpc>
                <a:spcPct val="120000"/>
              </a:lnSpc>
            </a:pPr>
            <a:r>
              <a:rPr lang="en-US" altLang="ko-KR" sz="1400" dirty="0">
                <a:latin typeface="D2Coding" panose="020B0609020101020101" pitchFamily="49" charset="-127"/>
                <a:ea typeface="D2Coding" panose="020B0609020101020101" pitchFamily="49" charset="-127"/>
                <a:cs typeface="Consolas" panose="020B0609020204030204" pitchFamily="49" charset="0"/>
              </a:rPr>
              <a:t> 25:                 </a:t>
            </a:r>
            <a:r>
              <a:rPr lang="en-US" altLang="ko-KR" sz="1400" dirty="0" err="1">
                <a:latin typeface="D2Coding" panose="020B0609020101020101" pitchFamily="49" charset="-127"/>
                <a:ea typeface="D2Coding" panose="020B0609020101020101" pitchFamily="49" charset="-127"/>
                <a:cs typeface="Consolas" panose="020B0609020204030204" pitchFamily="49" charset="0"/>
              </a:rPr>
              <a:t>file.delete</a:t>
            </a:r>
            <a:r>
              <a:rPr lang="en-US" altLang="ko-KR" sz="1400" dirty="0">
                <a:latin typeface="D2Coding" panose="020B0609020101020101" pitchFamily="49" charset="-127"/>
                <a:ea typeface="D2Coding" panose="020B0609020101020101" pitchFamily="49" charset="-127"/>
                <a:cs typeface="Consolas" panose="020B0609020204030204" pitchFamily="49" charset="0"/>
              </a:rPr>
              <a:t>();</a:t>
            </a:r>
          </a:p>
          <a:p>
            <a:pPr fontAlgn="base">
              <a:lnSpc>
                <a:spcPct val="120000"/>
              </a:lnSpc>
            </a:pPr>
            <a:r>
              <a:rPr lang="en-US" altLang="ko-KR" sz="1400" dirty="0">
                <a:latin typeface="D2Coding" panose="020B0609020101020101" pitchFamily="49" charset="-127"/>
                <a:ea typeface="D2Coding" panose="020B0609020101020101" pitchFamily="49" charset="-127"/>
                <a:cs typeface="Consolas" panose="020B0609020204030204" pitchFamily="49" charset="0"/>
              </a:rPr>
              <a:t> 26:             }</a:t>
            </a:r>
          </a:p>
          <a:p>
            <a:pPr fontAlgn="base">
              <a:lnSpc>
                <a:spcPct val="120000"/>
              </a:lnSpc>
            </a:pPr>
            <a:r>
              <a:rPr lang="en-US" altLang="ko-KR" sz="1400" dirty="0">
                <a:latin typeface="D2Coding" panose="020B0609020101020101" pitchFamily="49" charset="-127"/>
                <a:ea typeface="D2Coding" panose="020B0609020101020101" pitchFamily="49" charset="-127"/>
                <a:cs typeface="Consolas" panose="020B0609020204030204" pitchFamily="49" charset="0"/>
              </a:rPr>
              <a:t> 27:             </a:t>
            </a:r>
          </a:p>
          <a:p>
            <a:pPr fontAlgn="base">
              <a:lnSpc>
                <a:spcPct val="120000"/>
              </a:lnSpc>
            </a:pPr>
            <a:r>
              <a:rPr lang="en-US" altLang="ko-KR" sz="1400" dirty="0">
                <a:latin typeface="D2Coding" panose="020B0609020101020101" pitchFamily="49" charset="-127"/>
                <a:ea typeface="D2Coding" panose="020B0609020101020101" pitchFamily="49" charset="-127"/>
                <a:cs typeface="Consolas" panose="020B0609020204030204" pitchFamily="49" charset="0"/>
              </a:rPr>
              <a:t> 28:             // DB</a:t>
            </a:r>
            <a:r>
              <a:rPr lang="ko-KR" altLang="en-US" sz="1400" dirty="0">
                <a:latin typeface="D2Coding" panose="020B0609020101020101" pitchFamily="49" charset="-127"/>
                <a:ea typeface="D2Coding" panose="020B0609020101020101" pitchFamily="49" charset="-127"/>
                <a:cs typeface="Consolas" panose="020B0609020204030204" pitchFamily="49" charset="0"/>
              </a:rPr>
              <a:t>에서 파일 정보를 삭제</a:t>
            </a:r>
          </a:p>
          <a:p>
            <a:pPr fontAlgn="base">
              <a:lnSpc>
                <a:spcPct val="120000"/>
              </a:lnSpc>
            </a:pPr>
            <a:r>
              <a:rPr lang="ko-KR" altLang="en-US" sz="1400" dirty="0">
                <a:latin typeface="D2Coding" panose="020B0609020101020101" pitchFamily="49" charset="-127"/>
                <a:ea typeface="D2Coding" panose="020B0609020101020101" pitchFamily="49" charset="-127"/>
                <a:cs typeface="Consolas" panose="020B0609020204030204" pitchFamily="49" charset="0"/>
              </a:rPr>
              <a:t> </a:t>
            </a:r>
            <a:r>
              <a:rPr lang="en-US" altLang="ko-KR" sz="1400" dirty="0">
                <a:latin typeface="D2Coding" panose="020B0609020101020101" pitchFamily="49" charset="-127"/>
                <a:ea typeface="D2Coding" panose="020B0609020101020101" pitchFamily="49" charset="-127"/>
                <a:cs typeface="Consolas" panose="020B0609020204030204" pitchFamily="49" charset="0"/>
              </a:rPr>
              <a:t>29:             </a:t>
            </a:r>
            <a:r>
              <a:rPr lang="en-US" altLang="ko-KR" sz="1400" dirty="0" err="1">
                <a:latin typeface="D2Coding" panose="020B0609020101020101" pitchFamily="49" charset="-127"/>
                <a:ea typeface="D2Coding" panose="020B0609020101020101" pitchFamily="49" charset="-127"/>
                <a:cs typeface="Consolas" panose="020B0609020204030204" pitchFamily="49" charset="0"/>
              </a:rPr>
              <a:t>stmt.executeUpdate</a:t>
            </a:r>
            <a:r>
              <a:rPr lang="en-US" altLang="ko-KR" sz="1400" dirty="0">
                <a:latin typeface="D2Coding" panose="020B0609020101020101" pitchFamily="49" charset="-127"/>
                <a:ea typeface="D2Coding" panose="020B0609020101020101" pitchFamily="49" charset="-127"/>
                <a:cs typeface="Consolas" panose="020B0609020204030204" pitchFamily="49" charset="0"/>
              </a:rPr>
              <a:t>(</a:t>
            </a:r>
          </a:p>
          <a:p>
            <a:pPr fontAlgn="base">
              <a:lnSpc>
                <a:spcPct val="120000"/>
              </a:lnSpc>
            </a:pPr>
            <a:r>
              <a:rPr lang="en-US" altLang="ko-KR" sz="1400" dirty="0">
                <a:latin typeface="D2Coding" panose="020B0609020101020101" pitchFamily="49" charset="-127"/>
                <a:ea typeface="D2Coding" panose="020B0609020101020101" pitchFamily="49" charset="-127"/>
                <a:cs typeface="Consolas" panose="020B0609020204030204" pitchFamily="49" charset="0"/>
              </a:rPr>
              <a:t> 30:                     "delete from </a:t>
            </a:r>
            <a:r>
              <a:rPr lang="en-US" altLang="ko-KR" sz="1400" dirty="0" err="1">
                <a:latin typeface="D2Coding" panose="020B0609020101020101" pitchFamily="49" charset="-127"/>
                <a:ea typeface="D2Coding" panose="020B0609020101020101" pitchFamily="49" charset="-127"/>
                <a:cs typeface="Consolas" panose="020B0609020204030204" pitchFamily="49" charset="0"/>
              </a:rPr>
              <a:t>webhard</a:t>
            </a:r>
            <a:r>
              <a:rPr lang="en-US" altLang="ko-KR" sz="1400" dirty="0">
                <a:latin typeface="D2Coding" panose="020B0609020101020101" pitchFamily="49" charset="-127"/>
                <a:ea typeface="D2Coding" panose="020B0609020101020101" pitchFamily="49" charset="-127"/>
                <a:cs typeface="Consolas" panose="020B0609020204030204" pitchFamily="49" charset="0"/>
              </a:rPr>
              <a:t> where </a:t>
            </a:r>
            <a:r>
              <a:rPr lang="en-US" altLang="ko-KR" sz="1400" dirty="0" err="1">
                <a:latin typeface="D2Coding" panose="020B0609020101020101" pitchFamily="49" charset="-127"/>
                <a:ea typeface="D2Coding" panose="020B0609020101020101" pitchFamily="49" charset="-127"/>
                <a:cs typeface="Consolas" panose="020B0609020204030204" pitchFamily="49" charset="0"/>
              </a:rPr>
              <a:t>num</a:t>
            </a:r>
            <a:r>
              <a:rPr lang="en-US" altLang="ko-KR" sz="1400" dirty="0">
                <a:latin typeface="D2Coding" panose="020B0609020101020101" pitchFamily="49" charset="-127"/>
                <a:ea typeface="D2Coding" panose="020B0609020101020101" pitchFamily="49" charset="-127"/>
                <a:cs typeface="Consolas" panose="020B0609020204030204" pitchFamily="49" charset="0"/>
              </a:rPr>
              <a:t>=" + </a:t>
            </a:r>
            <a:r>
              <a:rPr lang="en-US" altLang="ko-KR" sz="1400" dirty="0" err="1">
                <a:latin typeface="D2Coding" panose="020B0609020101020101" pitchFamily="49" charset="-127"/>
                <a:ea typeface="D2Coding" panose="020B0609020101020101" pitchFamily="49" charset="-127"/>
                <a:cs typeface="Consolas" panose="020B0609020204030204" pitchFamily="49" charset="0"/>
              </a:rPr>
              <a:t>num</a:t>
            </a:r>
            <a:r>
              <a:rPr lang="en-US" altLang="ko-KR" sz="1400" dirty="0">
                <a:latin typeface="D2Coding" panose="020B0609020101020101" pitchFamily="49" charset="-127"/>
                <a:ea typeface="D2Coding" panose="020B0609020101020101" pitchFamily="49" charset="-127"/>
                <a:cs typeface="Consolas" panose="020B0609020204030204" pitchFamily="49" charset="0"/>
              </a:rPr>
              <a:t>);</a:t>
            </a:r>
          </a:p>
          <a:p>
            <a:pPr fontAlgn="base">
              <a:lnSpc>
                <a:spcPct val="120000"/>
              </a:lnSpc>
            </a:pPr>
            <a:r>
              <a:rPr lang="en-US" altLang="ko-KR" sz="1400" dirty="0">
                <a:latin typeface="D2Coding" panose="020B0609020101020101" pitchFamily="49" charset="-127"/>
                <a:ea typeface="D2Coding" panose="020B0609020101020101" pitchFamily="49" charset="-127"/>
                <a:cs typeface="Consolas" panose="020B0609020204030204" pitchFamily="49" charset="0"/>
              </a:rPr>
              <a:t> 31:         }</a:t>
            </a:r>
          </a:p>
          <a:p>
            <a:pPr fontAlgn="base">
              <a:lnSpc>
                <a:spcPct val="120000"/>
              </a:lnSpc>
            </a:pPr>
            <a:r>
              <a:rPr lang="en-US" altLang="ko-KR" sz="1400" dirty="0">
                <a:latin typeface="D2Coding" panose="020B0609020101020101" pitchFamily="49" charset="-127"/>
                <a:ea typeface="D2Coding" panose="020B0609020101020101" pitchFamily="49" charset="-127"/>
                <a:cs typeface="Consolas" panose="020B0609020204030204" pitchFamily="49" charset="0"/>
              </a:rPr>
              <a:t> 32: </a:t>
            </a:r>
          </a:p>
          <a:p>
            <a:pPr fontAlgn="base">
              <a:lnSpc>
                <a:spcPct val="120000"/>
              </a:lnSpc>
            </a:pPr>
            <a:r>
              <a:rPr lang="en-US" altLang="ko-KR" sz="1400" dirty="0">
                <a:latin typeface="D2Coding" panose="020B0609020101020101" pitchFamily="49" charset="-127"/>
                <a:ea typeface="D2Coding" panose="020B0609020101020101" pitchFamily="49" charset="-127"/>
                <a:cs typeface="Consolas" panose="020B0609020204030204" pitchFamily="49" charset="0"/>
              </a:rPr>
              <a:t> 33:     } catch(Exception e) {</a:t>
            </a:r>
          </a:p>
          <a:p>
            <a:pPr fontAlgn="base">
              <a:lnSpc>
                <a:spcPct val="120000"/>
              </a:lnSpc>
            </a:pPr>
            <a:r>
              <a:rPr lang="en-US" altLang="ko-KR" sz="1400" dirty="0">
                <a:latin typeface="D2Coding" panose="020B0609020101020101" pitchFamily="49" charset="-127"/>
                <a:ea typeface="D2Coding" panose="020B0609020101020101" pitchFamily="49" charset="-127"/>
                <a:cs typeface="Consolas" panose="020B0609020204030204" pitchFamily="49" charset="0"/>
              </a:rPr>
              <a:t> 34:         </a:t>
            </a:r>
            <a:r>
              <a:rPr lang="en-US" altLang="ko-KR" sz="1400" dirty="0" err="1">
                <a:latin typeface="D2Coding" panose="020B0609020101020101" pitchFamily="49" charset="-127"/>
                <a:ea typeface="D2Coding" panose="020B0609020101020101" pitchFamily="49" charset="-127"/>
                <a:cs typeface="Consolas" panose="020B0609020204030204" pitchFamily="49" charset="0"/>
              </a:rPr>
              <a:t>e.printStackTrace</a:t>
            </a:r>
            <a:r>
              <a:rPr lang="en-US" altLang="ko-KR" sz="1400" dirty="0">
                <a:latin typeface="D2Coding" panose="020B0609020101020101" pitchFamily="49" charset="-127"/>
                <a:ea typeface="D2Coding" panose="020B0609020101020101" pitchFamily="49" charset="-127"/>
                <a:cs typeface="Consolas" panose="020B0609020204030204" pitchFamily="49" charset="0"/>
              </a:rPr>
              <a:t>();</a:t>
            </a:r>
          </a:p>
          <a:p>
            <a:pPr fontAlgn="base">
              <a:lnSpc>
                <a:spcPct val="120000"/>
              </a:lnSpc>
            </a:pPr>
            <a:r>
              <a:rPr lang="en-US" altLang="ko-KR" sz="1400" dirty="0">
                <a:latin typeface="D2Coding" panose="020B0609020101020101" pitchFamily="49" charset="-127"/>
                <a:ea typeface="D2Coding" panose="020B0609020101020101" pitchFamily="49" charset="-127"/>
                <a:cs typeface="Consolas" panose="020B0609020204030204" pitchFamily="49" charset="0"/>
              </a:rPr>
              <a:t> 35:     }</a:t>
            </a:r>
          </a:p>
          <a:p>
            <a:pPr fontAlgn="base">
              <a:lnSpc>
                <a:spcPct val="120000"/>
              </a:lnSpc>
            </a:pPr>
            <a:r>
              <a:rPr lang="en-US" altLang="ko-KR" sz="1400" dirty="0">
                <a:latin typeface="D2Coding" panose="020B0609020101020101" pitchFamily="49" charset="-127"/>
                <a:ea typeface="D2Coding" panose="020B0609020101020101" pitchFamily="49" charset="-127"/>
                <a:cs typeface="Consolas" panose="020B0609020204030204" pitchFamily="49" charset="0"/>
              </a:rPr>
              <a:t> 36:     </a:t>
            </a:r>
          </a:p>
          <a:p>
            <a:pPr fontAlgn="base">
              <a:lnSpc>
                <a:spcPct val="120000"/>
              </a:lnSpc>
            </a:pPr>
            <a:r>
              <a:rPr lang="en-US" altLang="ko-KR" sz="1400" dirty="0">
                <a:latin typeface="D2Coding" panose="020B0609020101020101" pitchFamily="49" charset="-127"/>
                <a:ea typeface="D2Coding" panose="020B0609020101020101" pitchFamily="49" charset="-127"/>
                <a:cs typeface="Consolas" panose="020B0609020204030204" pitchFamily="49" charset="0"/>
              </a:rPr>
              <a:t> 37:     </a:t>
            </a:r>
            <a:r>
              <a:rPr lang="en-US" altLang="ko-KR" sz="1400" dirty="0" err="1">
                <a:latin typeface="D2Coding" panose="020B0609020101020101" pitchFamily="49" charset="-127"/>
                <a:ea typeface="D2Coding" panose="020B0609020101020101" pitchFamily="49" charset="-127"/>
                <a:cs typeface="Consolas" panose="020B0609020204030204" pitchFamily="49" charset="0"/>
              </a:rPr>
              <a:t>response.sendRedirect</a:t>
            </a:r>
            <a:r>
              <a:rPr lang="en-US" altLang="ko-KR" sz="1400" dirty="0">
                <a:latin typeface="D2Coding" panose="020B0609020101020101" pitchFamily="49" charset="-127"/>
                <a:ea typeface="D2Coding" panose="020B0609020101020101" pitchFamily="49" charset="-127"/>
                <a:cs typeface="Consolas" panose="020B0609020204030204" pitchFamily="49" charset="0"/>
              </a:rPr>
              <a:t>("</a:t>
            </a:r>
            <a:r>
              <a:rPr lang="en-US" altLang="ko-KR" sz="1400" dirty="0" err="1">
                <a:latin typeface="D2Coding" panose="020B0609020101020101" pitchFamily="49" charset="-127"/>
                <a:ea typeface="D2Coding" panose="020B0609020101020101" pitchFamily="49" charset="-127"/>
                <a:cs typeface="Consolas" panose="020B0609020204030204" pitchFamily="49" charset="0"/>
              </a:rPr>
              <a:t>webhard.jsp</a:t>
            </a:r>
            <a:r>
              <a:rPr lang="en-US" altLang="ko-KR" sz="1400" dirty="0">
                <a:latin typeface="D2Coding" panose="020B0609020101020101" pitchFamily="49" charset="-127"/>
                <a:ea typeface="D2Coding" panose="020B0609020101020101" pitchFamily="49" charset="-127"/>
                <a:cs typeface="Consolas" panose="020B0609020204030204" pitchFamily="49" charset="0"/>
              </a:rPr>
              <a:t>");</a:t>
            </a:r>
          </a:p>
          <a:p>
            <a:pPr fontAlgn="base">
              <a:lnSpc>
                <a:spcPct val="120000"/>
              </a:lnSpc>
            </a:pPr>
            <a:r>
              <a:rPr lang="en-US" altLang="ko-KR" sz="1400" dirty="0">
                <a:latin typeface="D2Coding" panose="020B0609020101020101" pitchFamily="49" charset="-127"/>
                <a:ea typeface="D2Coding" panose="020B0609020101020101" pitchFamily="49" charset="-127"/>
                <a:cs typeface="Consolas" panose="020B0609020204030204" pitchFamily="49" charset="0"/>
              </a:rPr>
              <a:t> 38: %&gt;</a:t>
            </a:r>
          </a:p>
        </p:txBody>
      </p:sp>
      <p:cxnSp>
        <p:nvCxnSpPr>
          <p:cNvPr id="3" name="직선 연결선 2">
            <a:extLst>
              <a:ext uri="{FF2B5EF4-FFF2-40B4-BE49-F238E27FC236}">
                <a16:creationId xmlns:a16="http://schemas.microsoft.com/office/drawing/2014/main" id="{34E9624E-77FB-1289-64D0-087A4B5093B4}"/>
              </a:ext>
            </a:extLst>
          </p:cNvPr>
          <p:cNvCxnSpPr>
            <a:cxnSpLocks/>
          </p:cNvCxnSpPr>
          <p:nvPr/>
        </p:nvCxnSpPr>
        <p:spPr>
          <a:xfrm>
            <a:off x="0" y="368660"/>
            <a:ext cx="9144000" cy="6300700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6" name="직선 연결선 5">
            <a:extLst>
              <a:ext uri="{FF2B5EF4-FFF2-40B4-BE49-F238E27FC236}">
                <a16:creationId xmlns:a16="http://schemas.microsoft.com/office/drawing/2014/main" id="{3A398ACE-F04A-F070-B073-CD8F31EA14BA}"/>
              </a:ext>
            </a:extLst>
          </p:cNvPr>
          <p:cNvCxnSpPr>
            <a:cxnSpLocks/>
          </p:cNvCxnSpPr>
          <p:nvPr/>
        </p:nvCxnSpPr>
        <p:spPr>
          <a:xfrm flipH="1">
            <a:off x="0" y="332656"/>
            <a:ext cx="9144000" cy="6336704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3088580201"/>
      </p:ext>
    </p:extLst>
  </p:cSld>
  <p:clrMapOvr>
    <a:masterClrMapping/>
  </p:clrMapOvr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 dirty="0"/>
              <a:t>연습문제</a:t>
            </a:r>
          </a:p>
        </p:txBody>
      </p:sp>
      <p:sp>
        <p:nvSpPr>
          <p:cNvPr id="3" name="내용 개체 틀 2"/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pPr fontAlgn="base">
              <a:buFont typeface="+mj-lt"/>
              <a:buAutoNum type="arabicPeriod"/>
            </a:pPr>
            <a:r>
              <a:rPr lang="ko-KR" altLang="en-US" dirty="0"/>
              <a:t>웹 하드 파일 정보 리스트의 파일 크기는 현재 무조건 바이트 단위로 출력된다</a:t>
            </a:r>
            <a:r>
              <a:rPr lang="en-US" altLang="ko-KR" dirty="0"/>
              <a:t>. </a:t>
            </a:r>
            <a:r>
              <a:rPr lang="ko-KR" altLang="en-US" dirty="0"/>
              <a:t>프로그램을 수정하여 다음과 같이 알아보기 쉽게 파일 크기가 출력되도록 하시오</a:t>
            </a:r>
            <a:r>
              <a:rPr lang="en-US" altLang="ko-KR" dirty="0"/>
              <a:t>.</a:t>
            </a:r>
            <a:endParaRPr lang="ko-KR" altLang="en-US" dirty="0"/>
          </a:p>
          <a:p>
            <a:pPr lvl="1" fontAlgn="base"/>
            <a:r>
              <a:rPr lang="ko-KR" altLang="en-US" dirty="0"/>
              <a:t>숫자 중간</a:t>
            </a:r>
            <a:r>
              <a:rPr lang="en-US" altLang="ko-KR" dirty="0"/>
              <a:t>(</a:t>
            </a:r>
            <a:r>
              <a:rPr lang="ko-KR" altLang="en-US" dirty="0"/>
              <a:t>세 자리마다</a:t>
            </a:r>
            <a:r>
              <a:rPr lang="en-US" altLang="ko-KR" dirty="0"/>
              <a:t>)</a:t>
            </a:r>
            <a:r>
              <a:rPr lang="ko-KR" altLang="en-US" dirty="0"/>
              <a:t>에 쉼표를 넣을 것</a:t>
            </a:r>
          </a:p>
          <a:p>
            <a:pPr lvl="1" fontAlgn="base"/>
            <a:r>
              <a:rPr lang="ko-KR" altLang="en-US" dirty="0"/>
              <a:t>파일 크기에 따라 </a:t>
            </a:r>
            <a:r>
              <a:rPr lang="en-US" altLang="ko-KR" dirty="0"/>
              <a:t>B, KB, MB</a:t>
            </a:r>
            <a:r>
              <a:rPr lang="ko-KR" altLang="en-US" dirty="0"/>
              <a:t>로 단위가 바뀌어 출력되도록 할 것</a:t>
            </a:r>
          </a:p>
          <a:p>
            <a:pPr lvl="1" fontAlgn="base"/>
            <a:r>
              <a:rPr lang="ko-KR" altLang="en-US" dirty="0"/>
              <a:t>숫자에 천 단위마다 쉼표를 넣은 문자열을 얻으려면 다음과 같은 형식을 사용한다</a:t>
            </a:r>
            <a:r>
              <a:rPr lang="en-US" altLang="ko-KR" dirty="0"/>
              <a:t>.</a:t>
            </a:r>
            <a:endParaRPr lang="ko-KR" altLang="en-US" dirty="0"/>
          </a:p>
          <a:p>
            <a:pPr lvl="2" fontAlgn="base"/>
            <a:r>
              <a:rPr lang="en-US" altLang="ko-KR" dirty="0" err="1"/>
              <a:t>String.format</a:t>
            </a:r>
            <a:r>
              <a:rPr lang="en-US" altLang="ko-KR" dirty="0"/>
              <a:t>("%,d", </a:t>
            </a:r>
            <a:r>
              <a:rPr lang="ko-KR" altLang="en-US" dirty="0"/>
              <a:t>정수</a:t>
            </a:r>
            <a:r>
              <a:rPr lang="en-US" altLang="ko-KR" dirty="0"/>
              <a:t>)</a:t>
            </a:r>
            <a:endParaRPr lang="ko-KR" altLang="en-US" dirty="0"/>
          </a:p>
          <a:p>
            <a:pPr fontAlgn="base">
              <a:buFont typeface="+mj-lt"/>
              <a:buAutoNum type="arabicPeriod"/>
            </a:pPr>
            <a:r>
              <a:rPr lang="ko-KR" altLang="en-US" dirty="0"/>
              <a:t>삭제 링크를 클릭하면 먼저 “정말 삭제하시겠습니까</a:t>
            </a:r>
            <a:r>
              <a:rPr lang="en-US" altLang="ko-KR" dirty="0"/>
              <a:t>?”</a:t>
            </a:r>
            <a:r>
              <a:rPr lang="ko-KR" altLang="en-US" dirty="0"/>
              <a:t>라고 묻고</a:t>
            </a:r>
            <a:r>
              <a:rPr lang="en-US" altLang="ko-KR" dirty="0"/>
              <a:t>, </a:t>
            </a:r>
            <a:r>
              <a:rPr lang="ko-KR" altLang="en-US" dirty="0"/>
              <a:t>지우겠다고 하면 삭제하도록 </a:t>
            </a:r>
            <a:r>
              <a:rPr lang="ko-KR" altLang="en-US" dirty="0" err="1"/>
              <a:t>수정하시오</a:t>
            </a:r>
            <a:r>
              <a:rPr lang="en-US" altLang="ko-KR" dirty="0"/>
              <a:t>. </a:t>
            </a:r>
            <a:r>
              <a:rPr lang="ko-KR" altLang="en-US" dirty="0"/>
              <a:t>이를 위해서는 삭제 링크를 눌렀을 때 다음과 같은 자바스크립트 코드가 실행되도록 해야 한다</a:t>
            </a:r>
            <a:r>
              <a:rPr lang="en-US" altLang="ko-KR" dirty="0"/>
              <a:t>.</a:t>
            </a:r>
            <a:endParaRPr lang="ko-KR" altLang="en-US" dirty="0"/>
          </a:p>
          <a:p>
            <a:pPr lvl="1" fontAlgn="base"/>
            <a:r>
              <a:rPr lang="en-US" altLang="ko-KR" dirty="0"/>
              <a:t>confirm("</a:t>
            </a:r>
            <a:r>
              <a:rPr lang="ko-KR" altLang="en-US" dirty="0"/>
              <a:t>정말 삭제하시겠습니까</a:t>
            </a:r>
            <a:r>
              <a:rPr lang="en-US" altLang="ko-KR" dirty="0"/>
              <a:t>?");</a:t>
            </a:r>
            <a:endParaRPr lang="ko-KR" altLang="en-US" dirty="0"/>
          </a:p>
        </p:txBody>
      </p:sp>
      <p:sp>
        <p:nvSpPr>
          <p:cNvPr id="4" name="슬라이드 번호 개체 틀 3"/>
          <p:cNvSpPr>
            <a:spLocks noGrp="1"/>
          </p:cNvSpPr>
          <p:nvPr>
            <p:ph type="sldNum" sz="quarter" idx="4"/>
          </p:nvPr>
        </p:nvSpPr>
        <p:spPr/>
        <p:txBody>
          <a:bodyPr/>
          <a:lstStyle/>
          <a:p>
            <a:fld id="{5AA8C37D-6ADA-49EE-B609-6DB056DA936F}" type="slidenum">
              <a:rPr lang="ko-KR" altLang="en-US" smtClean="0"/>
              <a:pPr/>
              <a:t>29</a:t>
            </a:fld>
            <a:endParaRPr lang="ko-KR" altLang="en-US" dirty="0"/>
          </a:p>
        </p:txBody>
      </p:sp>
      <p:cxnSp>
        <p:nvCxnSpPr>
          <p:cNvPr id="5" name="직선 연결선 4">
            <a:extLst>
              <a:ext uri="{FF2B5EF4-FFF2-40B4-BE49-F238E27FC236}">
                <a16:creationId xmlns:a16="http://schemas.microsoft.com/office/drawing/2014/main" id="{2FAC32FA-7F18-5B98-183B-BD7A0450F3A0}"/>
              </a:ext>
            </a:extLst>
          </p:cNvPr>
          <p:cNvCxnSpPr>
            <a:cxnSpLocks/>
          </p:cNvCxnSpPr>
          <p:nvPr/>
        </p:nvCxnSpPr>
        <p:spPr>
          <a:xfrm>
            <a:off x="0" y="368660"/>
            <a:ext cx="9144000" cy="6300700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6" name="직선 연결선 5">
            <a:extLst>
              <a:ext uri="{FF2B5EF4-FFF2-40B4-BE49-F238E27FC236}">
                <a16:creationId xmlns:a16="http://schemas.microsoft.com/office/drawing/2014/main" id="{8841D992-BA12-41DC-7069-B6AD46D1E8B5}"/>
              </a:ext>
            </a:extLst>
          </p:cNvPr>
          <p:cNvCxnSpPr>
            <a:cxnSpLocks/>
          </p:cNvCxnSpPr>
          <p:nvPr/>
        </p:nvCxnSpPr>
        <p:spPr>
          <a:xfrm flipH="1">
            <a:off x="0" y="332656"/>
            <a:ext cx="9144000" cy="6336704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539739420"/>
      </p:ext>
    </p:extLst>
  </p:cSld>
  <p:clrMapOvr>
    <a:masterClrMapping/>
  </p:clrMapOvr>
</p:sld>
</file>

<file path=ppt/slides/slide3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 dirty="0"/>
              <a:t>연습문제</a:t>
            </a:r>
          </a:p>
        </p:txBody>
      </p:sp>
      <p:sp>
        <p:nvSpPr>
          <p:cNvPr id="3" name="내용 개체 틀 2"/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pPr fontAlgn="base">
              <a:buFont typeface="+mj-lt"/>
              <a:buAutoNum type="arabicPeriod" startAt="3"/>
            </a:pPr>
            <a:r>
              <a:rPr lang="ko-KR" altLang="en-US" dirty="0"/>
              <a:t>업로드 폼에서 업로드한 사람의 이름도 </a:t>
            </a:r>
            <a:r>
              <a:rPr lang="ko-KR" altLang="en-US" dirty="0" err="1"/>
              <a:t>입력받아</a:t>
            </a:r>
            <a:r>
              <a:rPr lang="ko-KR" altLang="en-US" dirty="0"/>
              <a:t> 그것을 데이터베이스에 저장하고</a:t>
            </a:r>
            <a:r>
              <a:rPr lang="en-US" altLang="ko-KR" dirty="0"/>
              <a:t>, </a:t>
            </a:r>
            <a:r>
              <a:rPr lang="ko-KR" altLang="en-US" dirty="0"/>
              <a:t>파일 리스트를 출력할 때도 </a:t>
            </a:r>
            <a:r>
              <a:rPr lang="ko-KR" altLang="en-US" dirty="0" err="1"/>
              <a:t>업로더의</a:t>
            </a:r>
            <a:r>
              <a:rPr lang="ko-KR" altLang="en-US" dirty="0"/>
              <a:t> 이름이 나오도록 수정해 보시오</a:t>
            </a:r>
            <a:r>
              <a:rPr lang="en-US" altLang="ko-KR" dirty="0"/>
              <a:t>. </a:t>
            </a:r>
            <a:endParaRPr lang="ko-KR" altLang="en-US" dirty="0"/>
          </a:p>
          <a:p>
            <a:pPr lvl="1" fontAlgn="base"/>
            <a:r>
              <a:rPr lang="ko-KR" altLang="en-US" dirty="0"/>
              <a:t>이를 위해서는 </a:t>
            </a:r>
            <a:r>
              <a:rPr lang="ko-KR" altLang="en-US" dirty="0" err="1"/>
              <a:t>업로더</a:t>
            </a:r>
            <a:r>
              <a:rPr lang="ko-KR" altLang="en-US" dirty="0"/>
              <a:t> 이름을 저장할 필드가 테이블에 있어야 한다</a:t>
            </a:r>
            <a:r>
              <a:rPr lang="en-US" altLang="ko-KR" dirty="0"/>
              <a:t>. </a:t>
            </a:r>
            <a:r>
              <a:rPr lang="ko-KR" altLang="en-US" dirty="0"/>
              <a:t>이미 만들어둔 테이블에 필드를 추가하는 쿼리의 형식은 다음과 같다</a:t>
            </a:r>
            <a:r>
              <a:rPr lang="en-US" altLang="ko-KR" dirty="0"/>
              <a:t>.</a:t>
            </a:r>
            <a:endParaRPr lang="ko-KR" altLang="en-US" dirty="0"/>
          </a:p>
          <a:p>
            <a:pPr lvl="2" fontAlgn="base"/>
            <a:r>
              <a:rPr lang="en-US" altLang="ko-KR" dirty="0"/>
              <a:t>alter table [</a:t>
            </a:r>
            <a:r>
              <a:rPr lang="ko-KR" altLang="en-US" dirty="0" err="1"/>
              <a:t>테이블명</a:t>
            </a:r>
            <a:r>
              <a:rPr lang="en-US" altLang="ko-KR" dirty="0"/>
              <a:t>] add [</a:t>
            </a:r>
            <a:r>
              <a:rPr lang="ko-KR" altLang="en-US" dirty="0" err="1"/>
              <a:t>필드명</a:t>
            </a:r>
            <a:r>
              <a:rPr lang="en-US" altLang="ko-KR" dirty="0"/>
              <a:t>] [</a:t>
            </a:r>
            <a:r>
              <a:rPr lang="ko-KR" altLang="en-US" dirty="0"/>
              <a:t>타입</a:t>
            </a:r>
            <a:r>
              <a:rPr lang="en-US" altLang="ko-KR" dirty="0"/>
              <a:t>] [</a:t>
            </a:r>
            <a:r>
              <a:rPr lang="ko-KR" altLang="en-US" dirty="0"/>
              <a:t>옵션</a:t>
            </a:r>
            <a:r>
              <a:rPr lang="en-US" altLang="ko-KR" dirty="0"/>
              <a:t>]; </a:t>
            </a:r>
            <a:endParaRPr lang="ko-KR" altLang="en-US" dirty="0"/>
          </a:p>
          <a:p>
            <a:pPr lvl="1" fontAlgn="base"/>
            <a:r>
              <a:rPr lang="ko-KR" altLang="en-US" dirty="0"/>
              <a:t>따라서 다음 쿼리를 실행하면 </a:t>
            </a:r>
            <a:r>
              <a:rPr lang="en-US" altLang="ko-KR" dirty="0"/>
              <a:t>user</a:t>
            </a:r>
            <a:r>
              <a:rPr lang="ko-KR" altLang="en-US" dirty="0"/>
              <a:t>라는 필드를 </a:t>
            </a:r>
            <a:r>
              <a:rPr lang="en-US" altLang="ko-KR" dirty="0" err="1"/>
              <a:t>webhard</a:t>
            </a:r>
            <a:r>
              <a:rPr lang="en-US" altLang="ko-KR" dirty="0"/>
              <a:t> </a:t>
            </a:r>
            <a:r>
              <a:rPr lang="ko-KR" altLang="en-US" dirty="0"/>
              <a:t>테이블에 추가할 수 있다</a:t>
            </a:r>
            <a:r>
              <a:rPr lang="en-US" altLang="ko-KR" dirty="0"/>
              <a:t>. </a:t>
            </a:r>
            <a:r>
              <a:rPr lang="ko-KR" altLang="en-US" dirty="0"/>
              <a:t>이미 만들어진 레코드의 </a:t>
            </a:r>
            <a:r>
              <a:rPr lang="en-US" altLang="ko-KR" dirty="0"/>
              <a:t>user </a:t>
            </a:r>
            <a:r>
              <a:rPr lang="ko-KR" altLang="en-US" dirty="0"/>
              <a:t>필드에는 ‘</a:t>
            </a:r>
            <a:r>
              <a:rPr lang="ko-KR" altLang="en-US" dirty="0" err="1"/>
              <a:t>관리자’가</a:t>
            </a:r>
            <a:r>
              <a:rPr lang="ko-KR" altLang="en-US" dirty="0"/>
              <a:t> 들어간다</a:t>
            </a:r>
            <a:r>
              <a:rPr lang="en-US" altLang="ko-KR" dirty="0"/>
              <a:t>.</a:t>
            </a:r>
            <a:endParaRPr lang="ko-KR" altLang="en-US" dirty="0"/>
          </a:p>
          <a:p>
            <a:pPr lvl="2" fontAlgn="base"/>
            <a:r>
              <a:rPr lang="en-US" altLang="ko-KR" dirty="0"/>
              <a:t>alter table </a:t>
            </a:r>
            <a:r>
              <a:rPr lang="en-US" altLang="ko-KR" dirty="0" err="1"/>
              <a:t>webhard</a:t>
            </a:r>
            <a:r>
              <a:rPr lang="en-US" altLang="ko-KR" dirty="0"/>
              <a:t> add user varchar(20) not null default '</a:t>
            </a:r>
            <a:r>
              <a:rPr lang="ko-KR" altLang="en-US" dirty="0"/>
              <a:t>관리자</a:t>
            </a:r>
            <a:r>
              <a:rPr lang="en-US" altLang="ko-KR" dirty="0"/>
              <a:t>'; </a:t>
            </a:r>
          </a:p>
          <a:p>
            <a:pPr lvl="1" fontAlgn="base"/>
            <a:r>
              <a:rPr lang="ko-KR" altLang="en-US" strike="sngStrike" dirty="0"/>
              <a:t>한 가지 더 주의할 것은 </a:t>
            </a:r>
            <a:r>
              <a:rPr lang="en-US" altLang="ko-KR" strike="sngStrike" dirty="0" err="1"/>
              <a:t>enctype</a:t>
            </a:r>
            <a:r>
              <a:rPr lang="en-US" altLang="ko-KR" strike="sngStrike" dirty="0"/>
              <a:t>="multipart/form-data"</a:t>
            </a:r>
            <a:r>
              <a:rPr lang="ko-KR" altLang="en-US" strike="sngStrike" dirty="0"/>
              <a:t> 인 폼에서 입력된 내용은 </a:t>
            </a:r>
            <a:r>
              <a:rPr lang="en-US" altLang="ko-KR" strike="sngStrike" dirty="0" err="1"/>
              <a:t>request.getParameter</a:t>
            </a:r>
            <a:r>
              <a:rPr lang="en-US" altLang="ko-KR" strike="sngStrike" dirty="0"/>
              <a:t>()</a:t>
            </a:r>
            <a:r>
              <a:rPr lang="ko-KR" altLang="en-US" strike="sngStrike" dirty="0"/>
              <a:t>로 읽을 수 없다는 것이다</a:t>
            </a:r>
            <a:r>
              <a:rPr lang="en-US" altLang="ko-KR" strike="sngStrike" dirty="0"/>
              <a:t>. </a:t>
            </a:r>
            <a:r>
              <a:rPr lang="en-US" altLang="ko-KR" strike="sngStrike" dirty="0" err="1"/>
              <a:t>MultipartRequest</a:t>
            </a:r>
            <a:r>
              <a:rPr lang="en-US" altLang="ko-KR" strike="sngStrike" dirty="0"/>
              <a:t> </a:t>
            </a:r>
            <a:r>
              <a:rPr lang="ko-KR" altLang="en-US" strike="sngStrike" dirty="0"/>
              <a:t>객체의 이름이 </a:t>
            </a:r>
            <a:r>
              <a:rPr lang="en-US" altLang="ko-KR" strike="sngStrike" dirty="0"/>
              <a:t>multi </a:t>
            </a:r>
            <a:r>
              <a:rPr lang="ko-KR" altLang="en-US" strike="sngStrike" dirty="0"/>
              <a:t>라면</a:t>
            </a:r>
            <a:r>
              <a:rPr lang="en-US" altLang="ko-KR" strike="sngStrike" dirty="0"/>
              <a:t>, </a:t>
            </a:r>
            <a:r>
              <a:rPr lang="en-US" altLang="ko-KR" strike="sngStrike" dirty="0" err="1"/>
              <a:t>multi.getParameter</a:t>
            </a:r>
            <a:r>
              <a:rPr lang="en-US" altLang="ko-KR" strike="sngStrike" dirty="0"/>
              <a:t>()</a:t>
            </a:r>
            <a:r>
              <a:rPr lang="ko-KR" altLang="en-US" strike="sngStrike" dirty="0"/>
              <a:t>로 읽어야 한다</a:t>
            </a:r>
            <a:r>
              <a:rPr lang="en-US" altLang="ko-KR" strike="sngStrike" dirty="0"/>
              <a:t>. </a:t>
            </a:r>
            <a:r>
              <a:rPr lang="en-US" altLang="ko-KR" dirty="0"/>
              <a:t> </a:t>
            </a:r>
            <a:br>
              <a:rPr lang="en-US" altLang="ko-KR" dirty="0"/>
            </a:br>
            <a:r>
              <a:rPr lang="en-US" altLang="ko-KR" dirty="0">
                <a:sym typeface="Wingdings" panose="05000000000000000000" pitchFamily="2" charset="2"/>
              </a:rPr>
              <a:t> </a:t>
            </a:r>
            <a:r>
              <a:rPr lang="en-US" altLang="ko-KR" dirty="0"/>
              <a:t>O’Reilly</a:t>
            </a:r>
            <a:r>
              <a:rPr lang="ko-KR" altLang="en-US" dirty="0"/>
              <a:t>의 </a:t>
            </a:r>
            <a:r>
              <a:rPr lang="en-US" altLang="ko-KR" dirty="0"/>
              <a:t>COS </a:t>
            </a:r>
            <a:r>
              <a:rPr lang="ko-KR" altLang="en-US" dirty="0"/>
              <a:t>라이브러리 사용시에만 그렇고</a:t>
            </a:r>
            <a:r>
              <a:rPr lang="en-US" altLang="ko-KR" dirty="0"/>
              <a:t>, Part API </a:t>
            </a:r>
            <a:r>
              <a:rPr lang="ko-KR" altLang="en-US" dirty="0"/>
              <a:t>사용 시에는 문제 없음</a:t>
            </a:r>
          </a:p>
        </p:txBody>
      </p:sp>
      <p:sp>
        <p:nvSpPr>
          <p:cNvPr id="4" name="슬라이드 번호 개체 틀 3"/>
          <p:cNvSpPr>
            <a:spLocks noGrp="1"/>
          </p:cNvSpPr>
          <p:nvPr>
            <p:ph type="sldNum" sz="quarter" idx="4"/>
          </p:nvPr>
        </p:nvSpPr>
        <p:spPr/>
        <p:txBody>
          <a:bodyPr/>
          <a:lstStyle/>
          <a:p>
            <a:fld id="{5AA8C37D-6ADA-49EE-B609-6DB056DA936F}" type="slidenum">
              <a:rPr lang="ko-KR" altLang="en-US" smtClean="0"/>
              <a:pPr/>
              <a:t>30</a:t>
            </a:fld>
            <a:endParaRPr lang="ko-KR" altLang="en-US" dirty="0"/>
          </a:p>
        </p:txBody>
      </p:sp>
      <p:cxnSp>
        <p:nvCxnSpPr>
          <p:cNvPr id="5" name="직선 연결선 4">
            <a:extLst>
              <a:ext uri="{FF2B5EF4-FFF2-40B4-BE49-F238E27FC236}">
                <a16:creationId xmlns:a16="http://schemas.microsoft.com/office/drawing/2014/main" id="{1E631FCF-6253-57B3-B3A3-E63DFC5A90A8}"/>
              </a:ext>
            </a:extLst>
          </p:cNvPr>
          <p:cNvCxnSpPr>
            <a:cxnSpLocks/>
          </p:cNvCxnSpPr>
          <p:nvPr/>
        </p:nvCxnSpPr>
        <p:spPr>
          <a:xfrm>
            <a:off x="0" y="368660"/>
            <a:ext cx="9144000" cy="6300700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6" name="직선 연결선 5">
            <a:extLst>
              <a:ext uri="{FF2B5EF4-FFF2-40B4-BE49-F238E27FC236}">
                <a16:creationId xmlns:a16="http://schemas.microsoft.com/office/drawing/2014/main" id="{3D850C33-7177-34B0-0E5D-7F9D2CDF20BD}"/>
              </a:ext>
            </a:extLst>
          </p:cNvPr>
          <p:cNvCxnSpPr>
            <a:cxnSpLocks/>
          </p:cNvCxnSpPr>
          <p:nvPr/>
        </p:nvCxnSpPr>
        <p:spPr>
          <a:xfrm flipH="1">
            <a:off x="0" y="332656"/>
            <a:ext cx="9144000" cy="6336704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4236045171"/>
      </p:ext>
    </p:extLst>
  </p:cSld>
  <p:clrMapOvr>
    <a:masterClrMapping/>
  </p:clrMapOvr>
</p:sld>
</file>

<file path=ppt/theme/theme1.xml><?xml version="1.0" encoding="utf-8"?>
<a:theme xmlns:a="http://schemas.openxmlformats.org/drawingml/2006/main" name="매크로">
  <a:themeElements>
    <a:clrScheme name="매크로">
      <a:dk1>
        <a:sysClr val="windowText" lastClr="000000"/>
      </a:dk1>
      <a:lt1>
        <a:sysClr val="window" lastClr="FFFFFF"/>
      </a:lt1>
      <a:dk2>
        <a:srgbClr val="3F3F4D"/>
      </a:dk2>
      <a:lt2>
        <a:srgbClr val="DDDDDD"/>
      </a:lt2>
      <a:accent1>
        <a:srgbClr val="A51009"/>
      </a:accent1>
      <a:accent2>
        <a:srgbClr val="DE7014"/>
      </a:accent2>
      <a:accent3>
        <a:srgbClr val="704836"/>
      </a:accent3>
      <a:accent4>
        <a:srgbClr val="F2B431"/>
      </a:accent4>
      <a:accent5>
        <a:srgbClr val="7F221D"/>
      </a:accent5>
      <a:accent6>
        <a:srgbClr val="CDAC77"/>
      </a:accent6>
      <a:hlink>
        <a:srgbClr val="F5B123"/>
      </a:hlink>
      <a:folHlink>
        <a:srgbClr val="E19B0B"/>
      </a:folHlink>
    </a:clrScheme>
    <a:fontScheme name="매크로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明朝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매크로">
      <a:fillStyleLst>
        <a:solidFill>
          <a:schemeClr val="phClr"/>
        </a:solidFill>
        <a:gradFill rotWithShape="1">
          <a:gsLst>
            <a:gs pos="0">
              <a:schemeClr val="phClr">
                <a:tint val="65000"/>
                <a:satMod val="300000"/>
              </a:schemeClr>
            </a:gs>
            <a:gs pos="100000">
              <a:schemeClr val="phClr">
                <a:tint val="80000"/>
                <a:satMod val="150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hade val="90000"/>
                <a:satMod val="300000"/>
              </a:schemeClr>
            </a:gs>
            <a:gs pos="100000">
              <a:schemeClr val="phClr">
                <a:satMod val="150000"/>
              </a:schemeClr>
            </a:gs>
          </a:gsLst>
          <a:path path="circle">
            <a:fillToRect l="50000" t="100000" r="100000" b="50000"/>
          </a:path>
        </a:gradFill>
      </a:fillStyleLst>
      <a:lnStyleLst>
        <a:ln w="9525" cap="flat" cmpd="sng" algn="ctr">
          <a:solidFill>
            <a:schemeClr val="phClr"/>
          </a:solidFill>
          <a:prstDash val="solid"/>
        </a:ln>
        <a:ln w="13970" cap="flat" cmpd="sng" algn="ctr">
          <a:solidFill>
            <a:schemeClr val="phClr"/>
          </a:solidFill>
          <a:prstDash val="solid"/>
        </a:ln>
        <a:ln w="22225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50800" dist="25400" dir="5400000" rotWithShape="0">
              <a:srgbClr val="000000">
                <a:alpha val="70000"/>
              </a:srgbClr>
            </a:outerShdw>
          </a:effectLst>
        </a:effectStyle>
        <a:effectStyle>
          <a:effectLst>
            <a:outerShdw blurRad="25400" dist="25400" dir="5400000" rotWithShape="0">
              <a:srgbClr val="000000">
                <a:alpha val="70000"/>
              </a:srgbClr>
            </a:outerShdw>
          </a:effectLst>
          <a:scene3d>
            <a:camera prst="orthographicFront">
              <a:rot lat="0" lon="0" rev="0"/>
            </a:camera>
            <a:lightRig rig="threePt" dir="tl"/>
          </a:scene3d>
          <a:sp3d contourW="15875" prstMaterial="softmetal">
            <a:bevelT w="25400" h="19050" prst="angle"/>
            <a:contourClr>
              <a:schemeClr val="phClr">
                <a:shade val="30000"/>
              </a:schemeClr>
            </a:contourClr>
          </a:sp3d>
        </a:effectStyle>
        <a:effectStyle>
          <a:effectLst>
            <a:outerShdw blurRad="25400" dist="25400" dir="5400000" rotWithShape="0">
              <a:srgbClr val="000000">
                <a:alpha val="40000"/>
              </a:srgbClr>
            </a:outerShdw>
          </a:effectLst>
          <a:scene3d>
            <a:camera prst="orthographicFront">
              <a:rot lat="0" lon="0" rev="0"/>
            </a:camera>
            <a:lightRig rig="threePt" dir="tl"/>
          </a:scene3d>
          <a:sp3d contourW="19050" prstMaterial="metal">
            <a:bevelT w="63500" h="31750" prst="angle"/>
            <a:contourClr>
              <a:schemeClr val="phClr">
                <a:shade val="25000"/>
                <a:satMod val="130000"/>
              </a:schemeClr>
            </a:contourClr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67000"/>
                <a:shade val="93000"/>
                <a:satMod val="110000"/>
                <a:lumMod val="90000"/>
              </a:schemeClr>
            </a:gs>
            <a:gs pos="76000">
              <a:schemeClr val="phClr">
                <a:tint val="85000"/>
                <a:shade val="75000"/>
                <a:satMod val="120000"/>
              </a:schemeClr>
            </a:gs>
            <a:gs pos="100000">
              <a:schemeClr val="phClr">
                <a:tint val="86000"/>
                <a:shade val="50000"/>
                <a:satMod val="130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tint val="96000"/>
                <a:shade val="35000"/>
                <a:satMod val="146000"/>
                <a:lumMod val="101000"/>
              </a:schemeClr>
            </a:gs>
            <a:gs pos="26000">
              <a:schemeClr val="phClr">
                <a:tint val="96000"/>
                <a:shade val="96000"/>
                <a:satMod val="190000"/>
              </a:schemeClr>
            </a:gs>
            <a:gs pos="100000">
              <a:schemeClr val="phClr">
                <a:tint val="60000"/>
                <a:shade val="90000"/>
                <a:satMod val="220000"/>
                <a:lumMod val="110000"/>
              </a:schemeClr>
            </a:gs>
          </a:gsLst>
          <a:lin ang="5400000" scaled="0"/>
        </a:gradFill>
      </a:bgFillStyleLst>
    </a:fmtScheme>
  </a:themeElements>
  <a:objectDefaults/>
  <a:extraClrSchemeLst/>
</a:theme>
</file>

<file path=ppt/theme/theme2.xml><?xml version="1.0" encoding="utf-8"?>
<a:theme xmlns:a="http://schemas.openxmlformats.org/drawingml/2006/main" name="Office 테마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맑은 고딕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맑은 고딕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emplate>매크로</Template>
  <TotalTime>2560</TotalTime>
  <Words>4065</Words>
  <Application>Microsoft Office PowerPoint</Application>
  <PresentationFormat>화면 슬라이드 쇼(4:3)</PresentationFormat>
  <Paragraphs>498</Paragraphs>
  <Slides>30</Slides>
  <Notes>0</Notes>
  <HiddenSlides>0</HiddenSlides>
  <MMClips>0</MMClips>
  <ScaleCrop>false</ScaleCrop>
  <HeadingPairs>
    <vt:vector size="6" baseType="variant">
      <vt:variant>
        <vt:lpstr>사용한 글꼴</vt:lpstr>
      </vt:variant>
      <vt:variant>
        <vt:i4>5</vt:i4>
      </vt:variant>
      <vt:variant>
        <vt:lpstr>테마</vt:lpstr>
      </vt:variant>
      <vt:variant>
        <vt:i4>1</vt:i4>
      </vt:variant>
      <vt:variant>
        <vt:lpstr>슬라이드 제목</vt:lpstr>
      </vt:variant>
      <vt:variant>
        <vt:i4>30</vt:i4>
      </vt:variant>
    </vt:vector>
  </HeadingPairs>
  <TitlesOfParts>
    <vt:vector size="36" baseType="lpstr">
      <vt:lpstr>D2Coding</vt:lpstr>
      <vt:lpstr>맑은 고딕</vt:lpstr>
      <vt:lpstr>Arial</vt:lpstr>
      <vt:lpstr>Calibri</vt:lpstr>
      <vt:lpstr>Wingdings</vt:lpstr>
      <vt:lpstr>매크로</vt:lpstr>
      <vt:lpstr>JSP 프로그래밍</vt:lpstr>
      <vt:lpstr>이번 장에서 공부할 것</vt:lpstr>
      <vt:lpstr>7.1 파일 업로드</vt:lpstr>
      <vt:lpstr>7.1 파일 업로드</vt:lpstr>
      <vt:lpstr>7.1 파일 업로드</vt:lpstr>
      <vt:lpstr>7.1 파일 업로드</vt:lpstr>
      <vt:lpstr>7.1 파일 업로드</vt:lpstr>
      <vt:lpstr>7.1 파일 업로드</vt:lpstr>
      <vt:lpstr>7.1 파일 업로드</vt:lpstr>
      <vt:lpstr>7.1 파일 업로드</vt:lpstr>
      <vt:lpstr>7.1 파일 업로드</vt:lpstr>
      <vt:lpstr>7.1 파일 업로드</vt:lpstr>
      <vt:lpstr>7.1 파일 업로드</vt:lpstr>
      <vt:lpstr>7.1 파일 업로드</vt:lpstr>
      <vt:lpstr>7.1 파일 업로드</vt:lpstr>
      <vt:lpstr>7.1 파일 업로드</vt:lpstr>
      <vt:lpstr>7.2 웹 하드 프로그램을 위한 테이블 생성과 메인 페이지</vt:lpstr>
      <vt:lpstr>7.2 웹 하드 프로그램을 위한 테이블 생성과 메인 페이지</vt:lpstr>
      <vt:lpstr>7.2 웹 하드 프로그램을 위한 테이블 생성과 메인 페이지</vt:lpstr>
      <vt:lpstr>7.2 웹 하드 프로그램을 위한 테이블 생성과 메인 페이지</vt:lpstr>
      <vt:lpstr>7.2 웹 하드 프로그램을 위한 테이블 생성과 메인 페이지</vt:lpstr>
      <vt:lpstr>7.3 파일 추가와 삭제 기능</vt:lpstr>
      <vt:lpstr>7.3 파일 추가와 삭제 기능</vt:lpstr>
      <vt:lpstr>7.3 파일 추가와 삭제 기능</vt:lpstr>
      <vt:lpstr>7.3 파일 추가와 삭제 기능</vt:lpstr>
      <vt:lpstr>7.3 파일 추가와 삭제 기능</vt:lpstr>
      <vt:lpstr>7.3 파일 추가와 삭제 기능</vt:lpstr>
      <vt:lpstr>7.3 파일 추가와 삭제 기능</vt:lpstr>
      <vt:lpstr>연습문제</vt:lpstr>
      <vt:lpstr>연습문제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PHP프로그래밍</dc:title>
  <dc:creator>Office</dc:creator>
  <cp:lastModifiedBy>이성욱</cp:lastModifiedBy>
  <cp:revision>272</cp:revision>
  <dcterms:created xsi:type="dcterms:W3CDTF">2012-02-28T06:11:53Z</dcterms:created>
  <dcterms:modified xsi:type="dcterms:W3CDTF">2025-09-18T05:09:43Z</dcterms:modified>
</cp:coreProperties>
</file>