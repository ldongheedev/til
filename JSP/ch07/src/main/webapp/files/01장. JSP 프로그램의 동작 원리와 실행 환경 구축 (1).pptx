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4" r:id="rId1"/>
  </p:sldMasterIdLst>
  <p:notesMasterIdLst>
    <p:notesMasterId r:id="rId23"/>
  </p:notesMasterIdLst>
  <p:sldIdLst>
    <p:sldId id="256" r:id="rId2"/>
    <p:sldId id="330" r:id="rId3"/>
    <p:sldId id="420" r:id="rId4"/>
    <p:sldId id="425" r:id="rId5"/>
    <p:sldId id="426" r:id="rId6"/>
    <p:sldId id="419" r:id="rId7"/>
    <p:sldId id="427" r:id="rId8"/>
    <p:sldId id="428" r:id="rId9"/>
    <p:sldId id="429" r:id="rId10"/>
    <p:sldId id="431" r:id="rId11"/>
    <p:sldId id="432" r:id="rId12"/>
    <p:sldId id="430" r:id="rId13"/>
    <p:sldId id="433" r:id="rId14"/>
    <p:sldId id="434" r:id="rId15"/>
    <p:sldId id="435" r:id="rId16"/>
    <p:sldId id="438" r:id="rId17"/>
    <p:sldId id="439" r:id="rId18"/>
    <p:sldId id="422" r:id="rId19"/>
    <p:sldId id="436" r:id="rId20"/>
    <p:sldId id="437" r:id="rId21"/>
    <p:sldId id="321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CE575-0211-4545-AFFA-7292C903EC8A}" v="3" dt="2025-08-11T04:57:17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90" autoAdjust="0"/>
    <p:restoredTop sz="94660"/>
  </p:normalViewPr>
  <p:slideViewPr>
    <p:cSldViewPr>
      <p:cViewPr varScale="1">
        <p:scale>
          <a:sx n="91" d="100"/>
          <a:sy n="91" d="100"/>
        </p:scale>
        <p:origin x="2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성욱" userId="5f2abdfd-767f-4a6d-bbd8-aee4cbf187ca" providerId="ADAL" clId="{F58CE575-0211-4545-AFFA-7292C903EC8A}"/>
    <pc:docChg chg="custSel addSld modSld">
      <pc:chgData name="이성욱" userId="5f2abdfd-767f-4a6d-bbd8-aee4cbf187ca" providerId="ADAL" clId="{F58CE575-0211-4545-AFFA-7292C903EC8A}" dt="2025-08-11T05:00:32.406" v="628" actId="20577"/>
      <pc:docMkLst>
        <pc:docMk/>
      </pc:docMkLst>
      <pc:sldChg chg="modSp mod">
        <pc:chgData name="이성욱" userId="5f2abdfd-767f-4a6d-bbd8-aee4cbf187ca" providerId="ADAL" clId="{F58CE575-0211-4545-AFFA-7292C903EC8A}" dt="2025-08-11T04:47:11.733" v="96" actId="20577"/>
        <pc:sldMkLst>
          <pc:docMk/>
          <pc:sldMk cId="2543970076" sldId="422"/>
        </pc:sldMkLst>
        <pc:spChg chg="mod">
          <ac:chgData name="이성욱" userId="5f2abdfd-767f-4a6d-bbd8-aee4cbf187ca" providerId="ADAL" clId="{F58CE575-0211-4545-AFFA-7292C903EC8A}" dt="2025-08-11T04:47:11.733" v="96" actId="20577"/>
          <ac:spMkLst>
            <pc:docMk/>
            <pc:sldMk cId="2543970076" sldId="422"/>
            <ac:spMk id="7" creationId="{00000000-0000-0000-0000-000000000000}"/>
          </ac:spMkLst>
        </pc:spChg>
      </pc:sldChg>
      <pc:sldChg chg="modSp mod">
        <pc:chgData name="이성욱" userId="5f2abdfd-767f-4a6d-bbd8-aee4cbf187ca" providerId="ADAL" clId="{F58CE575-0211-4545-AFFA-7292C903EC8A}" dt="2025-08-08T02:29:28.639" v="84" actId="20577"/>
        <pc:sldMkLst>
          <pc:docMk/>
          <pc:sldMk cId="3902567106" sldId="429"/>
        </pc:sldMkLst>
        <pc:spChg chg="mod">
          <ac:chgData name="이성욱" userId="5f2abdfd-767f-4a6d-bbd8-aee4cbf187ca" providerId="ADAL" clId="{F58CE575-0211-4545-AFFA-7292C903EC8A}" dt="2025-08-08T02:29:28.639" v="84" actId="20577"/>
          <ac:spMkLst>
            <pc:docMk/>
            <pc:sldMk cId="3902567106" sldId="429"/>
            <ac:spMk id="6" creationId="{00000000-0000-0000-0000-000000000000}"/>
          </ac:spMkLst>
        </pc:spChg>
      </pc:sldChg>
      <pc:sldChg chg="addSp delSp modSp mod">
        <pc:chgData name="이성욱" userId="5f2abdfd-767f-4a6d-bbd8-aee4cbf187ca" providerId="ADAL" clId="{F58CE575-0211-4545-AFFA-7292C903EC8A}" dt="2025-08-11T04:46:05.120" v="90" actId="14100"/>
        <pc:sldMkLst>
          <pc:docMk/>
          <pc:sldMk cId="2855944828" sldId="435"/>
        </pc:sldMkLst>
        <pc:picChg chg="del">
          <ac:chgData name="이성욱" userId="5f2abdfd-767f-4a6d-bbd8-aee4cbf187ca" providerId="ADAL" clId="{F58CE575-0211-4545-AFFA-7292C903EC8A}" dt="2025-08-11T04:45:35.247" v="85" actId="478"/>
          <ac:picMkLst>
            <pc:docMk/>
            <pc:sldMk cId="2855944828" sldId="435"/>
            <ac:picMk id="5" creationId="{CB060574-7F16-9625-A492-6D97501263C8}"/>
          </ac:picMkLst>
        </pc:picChg>
        <pc:picChg chg="add mod">
          <ac:chgData name="이성욱" userId="5f2abdfd-767f-4a6d-bbd8-aee4cbf187ca" providerId="ADAL" clId="{F58CE575-0211-4545-AFFA-7292C903EC8A}" dt="2025-08-11T04:46:05.120" v="90" actId="14100"/>
          <ac:picMkLst>
            <pc:docMk/>
            <pc:sldMk cId="2855944828" sldId="435"/>
            <ac:picMk id="7" creationId="{58B7AEFE-2F84-EEAD-FB66-00B616105D7E}"/>
          </ac:picMkLst>
        </pc:picChg>
      </pc:sldChg>
      <pc:sldChg chg="modSp mod">
        <pc:chgData name="이성욱" userId="5f2abdfd-767f-4a6d-bbd8-aee4cbf187ca" providerId="ADAL" clId="{F58CE575-0211-4545-AFFA-7292C903EC8A}" dt="2025-08-11T04:58:22.024" v="416" actId="20577"/>
        <pc:sldMkLst>
          <pc:docMk/>
          <pc:sldMk cId="3433912475" sldId="436"/>
        </pc:sldMkLst>
        <pc:spChg chg="mod">
          <ac:chgData name="이성욱" userId="5f2abdfd-767f-4a6d-bbd8-aee4cbf187ca" providerId="ADAL" clId="{F58CE575-0211-4545-AFFA-7292C903EC8A}" dt="2025-08-11T04:58:22.024" v="416" actId="20577"/>
          <ac:spMkLst>
            <pc:docMk/>
            <pc:sldMk cId="3433912475" sldId="436"/>
            <ac:spMk id="7" creationId="{00000000-0000-0000-0000-000000000000}"/>
          </ac:spMkLst>
        </pc:spChg>
      </pc:sldChg>
      <pc:sldChg chg="modSp mod">
        <pc:chgData name="이성욱" userId="5f2abdfd-767f-4a6d-bbd8-aee4cbf187ca" providerId="ADAL" clId="{F58CE575-0211-4545-AFFA-7292C903EC8A}" dt="2025-08-11T05:00:32.406" v="628" actId="20577"/>
        <pc:sldMkLst>
          <pc:docMk/>
          <pc:sldMk cId="1855066068" sldId="437"/>
        </pc:sldMkLst>
        <pc:spChg chg="mod">
          <ac:chgData name="이성욱" userId="5f2abdfd-767f-4a6d-bbd8-aee4cbf187ca" providerId="ADAL" clId="{F58CE575-0211-4545-AFFA-7292C903EC8A}" dt="2025-08-11T05:00:32.406" v="628" actId="20577"/>
          <ac:spMkLst>
            <pc:docMk/>
            <pc:sldMk cId="1855066068" sldId="437"/>
            <ac:spMk id="7" creationId="{00000000-0000-0000-0000-000000000000}"/>
          </ac:spMkLst>
        </pc:spChg>
      </pc:sldChg>
      <pc:sldChg chg="modSp mod">
        <pc:chgData name="이성욱" userId="5f2abdfd-767f-4a6d-bbd8-aee4cbf187ca" providerId="ADAL" clId="{F58CE575-0211-4545-AFFA-7292C903EC8A}" dt="2025-08-11T04:46:21.262" v="93" actId="6549"/>
        <pc:sldMkLst>
          <pc:docMk/>
          <pc:sldMk cId="2452109292" sldId="438"/>
        </pc:sldMkLst>
        <pc:spChg chg="mod">
          <ac:chgData name="이성욱" userId="5f2abdfd-767f-4a6d-bbd8-aee4cbf187ca" providerId="ADAL" clId="{F58CE575-0211-4545-AFFA-7292C903EC8A}" dt="2025-08-11T04:46:21.262" v="93" actId="6549"/>
          <ac:spMkLst>
            <pc:docMk/>
            <pc:sldMk cId="2452109292" sldId="438"/>
            <ac:spMk id="6" creationId="{00000000-0000-0000-0000-000000000000}"/>
          </ac:spMkLst>
        </pc:spChg>
      </pc:sldChg>
      <pc:sldChg chg="addSp delSp modSp add mod">
        <pc:chgData name="이성욱" userId="5f2abdfd-767f-4a6d-bbd8-aee4cbf187ca" providerId="ADAL" clId="{F58CE575-0211-4545-AFFA-7292C903EC8A}" dt="2025-08-11T04:57:52.635" v="413" actId="207"/>
        <pc:sldMkLst>
          <pc:docMk/>
          <pc:sldMk cId="1478952061" sldId="439"/>
        </pc:sldMkLst>
        <pc:spChg chg="del">
          <ac:chgData name="이성욱" userId="5f2abdfd-767f-4a6d-bbd8-aee4cbf187ca" providerId="ADAL" clId="{F58CE575-0211-4545-AFFA-7292C903EC8A}" dt="2025-08-11T04:55:17.100" v="353" actId="478"/>
          <ac:spMkLst>
            <pc:docMk/>
            <pc:sldMk cId="1478952061" sldId="439"/>
            <ac:spMk id="5" creationId="{B1C70FF3-B74D-D84C-E6AB-2ACD723B2BE6}"/>
          </ac:spMkLst>
        </pc:spChg>
        <pc:spChg chg="mod">
          <ac:chgData name="이성욱" userId="5f2abdfd-767f-4a6d-bbd8-aee4cbf187ca" providerId="ADAL" clId="{F58CE575-0211-4545-AFFA-7292C903EC8A}" dt="2025-08-11T04:57:52.635" v="413" actId="207"/>
          <ac:spMkLst>
            <pc:docMk/>
            <pc:sldMk cId="1478952061" sldId="439"/>
            <ac:spMk id="6" creationId="{2FF73B38-1860-3815-34D3-50CB697CD66D}"/>
          </ac:spMkLst>
        </pc:spChg>
        <pc:spChg chg="del">
          <ac:chgData name="이성욱" userId="5f2abdfd-767f-4a6d-bbd8-aee4cbf187ca" providerId="ADAL" clId="{F58CE575-0211-4545-AFFA-7292C903EC8A}" dt="2025-08-11T04:55:17.100" v="353" actId="478"/>
          <ac:spMkLst>
            <pc:docMk/>
            <pc:sldMk cId="1478952061" sldId="439"/>
            <ac:spMk id="8" creationId="{3970E7F5-E898-EEA6-615E-B45CE3F51F19}"/>
          </ac:spMkLst>
        </pc:spChg>
        <pc:spChg chg="add mod">
          <ac:chgData name="이성욱" userId="5f2abdfd-767f-4a6d-bbd8-aee4cbf187ca" providerId="ADAL" clId="{F58CE575-0211-4545-AFFA-7292C903EC8A}" dt="2025-08-11T04:57:34.348" v="411" actId="20577"/>
          <ac:spMkLst>
            <pc:docMk/>
            <pc:sldMk cId="1478952061" sldId="439"/>
            <ac:spMk id="9" creationId="{80236381-9EA3-9C4F-86C4-951675D8913F}"/>
          </ac:spMkLst>
        </pc:spChg>
        <pc:picChg chg="add mod">
          <ac:chgData name="이성욱" userId="5f2abdfd-767f-4a6d-bbd8-aee4cbf187ca" providerId="ADAL" clId="{F58CE575-0211-4545-AFFA-7292C903EC8A}" dt="2025-08-11T04:57:04.004" v="377" actId="1076"/>
          <ac:picMkLst>
            <pc:docMk/>
            <pc:sldMk cId="1478952061" sldId="439"/>
            <ac:picMk id="7" creationId="{D6EFC28E-E9AA-2AD2-99B7-95ABAF14A787}"/>
          </ac:picMkLst>
        </pc:picChg>
        <pc:picChg chg="del">
          <ac:chgData name="이성욱" userId="5f2abdfd-767f-4a6d-bbd8-aee4cbf187ca" providerId="ADAL" clId="{F58CE575-0211-4545-AFFA-7292C903EC8A}" dt="2025-08-11T04:55:17.100" v="353" actId="478"/>
          <ac:picMkLst>
            <pc:docMk/>
            <pc:sldMk cId="1478952061" sldId="439"/>
            <ac:picMk id="13" creationId="{182DB67A-7713-86CC-61EC-A703FF464991}"/>
          </ac:picMkLst>
        </pc:picChg>
        <pc:cxnChg chg="del">
          <ac:chgData name="이성욱" userId="5f2abdfd-767f-4a6d-bbd8-aee4cbf187ca" providerId="ADAL" clId="{F58CE575-0211-4545-AFFA-7292C903EC8A}" dt="2025-08-11T04:55:17.100" v="353" actId="478"/>
          <ac:cxnSpMkLst>
            <pc:docMk/>
            <pc:sldMk cId="1478952061" sldId="439"/>
            <ac:cxnSpMk id="11" creationId="{CC21A752-76D2-E3D6-590E-D688E84E0887}"/>
          </ac:cxnSpMkLst>
        </pc:cxnChg>
      </pc:sldChg>
    </pc:docChg>
  </pc:docChgLst>
  <pc:docChgLst>
    <pc:chgData name="이성욱" userId="5f2abdfd-767f-4a6d-bbd8-aee4cbf187ca" providerId="ADAL" clId="{BCA41EE7-FE45-495E-9E57-8AD75218C735}"/>
    <pc:docChg chg="modSld">
      <pc:chgData name="이성욱" userId="5f2abdfd-767f-4a6d-bbd8-aee4cbf187ca" providerId="ADAL" clId="{BCA41EE7-FE45-495E-9E57-8AD75218C735}" dt="2023-08-31T01:15:58.395" v="65" actId="6549"/>
      <pc:docMkLst>
        <pc:docMk/>
      </pc:docMkLst>
      <pc:sldChg chg="modSp mod">
        <pc:chgData name="이성욱" userId="5f2abdfd-767f-4a6d-bbd8-aee4cbf187ca" providerId="ADAL" clId="{BCA41EE7-FE45-495E-9E57-8AD75218C735}" dt="2023-08-21T03:58:21.753" v="11" actId="20577"/>
        <pc:sldMkLst>
          <pc:docMk/>
          <pc:sldMk cId="2543970076" sldId="422"/>
        </pc:sldMkLst>
      </pc:sldChg>
      <pc:sldChg chg="modSp mod">
        <pc:chgData name="이성욱" userId="5f2abdfd-767f-4a6d-bbd8-aee4cbf187ca" providerId="ADAL" clId="{BCA41EE7-FE45-495E-9E57-8AD75218C735}" dt="2023-08-21T03:53:55.319" v="1" actId="20577"/>
        <pc:sldMkLst>
          <pc:docMk/>
          <pc:sldMk cId="2419414039" sldId="428"/>
        </pc:sldMkLst>
      </pc:sldChg>
      <pc:sldChg chg="modSp mod">
        <pc:chgData name="이성욱" userId="5f2abdfd-767f-4a6d-bbd8-aee4cbf187ca" providerId="ADAL" clId="{BCA41EE7-FE45-495E-9E57-8AD75218C735}" dt="2023-08-31T01:15:58.395" v="65" actId="6549"/>
        <pc:sldMkLst>
          <pc:docMk/>
          <pc:sldMk cId="3902567106" sldId="429"/>
        </pc:sldMkLst>
      </pc:sldChg>
      <pc:sldChg chg="modSp mod">
        <pc:chgData name="이성욱" userId="5f2abdfd-767f-4a6d-bbd8-aee4cbf187ca" providerId="ADAL" clId="{BCA41EE7-FE45-495E-9E57-8AD75218C735}" dt="2023-08-21T03:59:08.331" v="15" actId="20577"/>
        <pc:sldMkLst>
          <pc:docMk/>
          <pc:sldMk cId="3433912475" sldId="436"/>
        </pc:sldMkLst>
      </pc:sldChg>
      <pc:sldChg chg="modSp mod">
        <pc:chgData name="이성욱" userId="5f2abdfd-767f-4a6d-bbd8-aee4cbf187ca" providerId="ADAL" clId="{BCA41EE7-FE45-495E-9E57-8AD75218C735}" dt="2023-08-21T03:57:41.113" v="7" actId="20577"/>
        <pc:sldMkLst>
          <pc:docMk/>
          <pc:sldMk cId="2452109292" sldId="438"/>
        </pc:sldMkLst>
      </pc:sldChg>
    </pc:docChg>
  </pc:docChgLst>
  <pc:docChgLst>
    <pc:chgData name="이성욱" userId="5f2abdfd-767f-4a6d-bbd8-aee4cbf187ca" providerId="ADAL" clId="{73085AB1-66D3-44F8-BE91-259CF5ECAEC1}"/>
    <pc:docChg chg="undo custSel modSld">
      <pc:chgData name="이성욱" userId="5f2abdfd-767f-4a6d-bbd8-aee4cbf187ca" providerId="ADAL" clId="{73085AB1-66D3-44F8-BE91-259CF5ECAEC1}" dt="2024-08-28T05:24:24.282" v="256" actId="20577"/>
      <pc:docMkLst>
        <pc:docMk/>
      </pc:docMkLst>
      <pc:sldChg chg="modSp mod">
        <pc:chgData name="이성욱" userId="5f2abdfd-767f-4a6d-bbd8-aee4cbf187ca" providerId="ADAL" clId="{73085AB1-66D3-44F8-BE91-259CF5ECAEC1}" dt="2024-08-28T05:23:21.244" v="252" actId="6549"/>
        <pc:sldMkLst>
          <pc:docMk/>
          <pc:sldMk cId="2543970076" sldId="422"/>
        </pc:sldMkLst>
      </pc:sldChg>
      <pc:sldChg chg="modSp mod">
        <pc:chgData name="이성욱" userId="5f2abdfd-767f-4a6d-bbd8-aee4cbf187ca" providerId="ADAL" clId="{73085AB1-66D3-44F8-BE91-259CF5ECAEC1}" dt="2024-08-28T04:54:01.739" v="2" actId="20577"/>
        <pc:sldMkLst>
          <pc:docMk/>
          <pc:sldMk cId="3007652228" sldId="427"/>
        </pc:sldMkLst>
      </pc:sldChg>
      <pc:sldChg chg="addSp delSp modSp mod">
        <pc:chgData name="이성욱" userId="5f2abdfd-767f-4a6d-bbd8-aee4cbf187ca" providerId="ADAL" clId="{73085AB1-66D3-44F8-BE91-259CF5ECAEC1}" dt="2024-08-28T05:00:29.235" v="46" actId="1076"/>
        <pc:sldMkLst>
          <pc:docMk/>
          <pc:sldMk cId="2419414039" sldId="428"/>
        </pc:sldMkLst>
      </pc:sldChg>
      <pc:sldChg chg="addSp delSp modSp mod">
        <pc:chgData name="이성욱" userId="5f2abdfd-767f-4a6d-bbd8-aee4cbf187ca" providerId="ADAL" clId="{73085AB1-66D3-44F8-BE91-259CF5ECAEC1}" dt="2024-08-28T05:01:06.305" v="69" actId="20577"/>
        <pc:sldMkLst>
          <pc:docMk/>
          <pc:sldMk cId="3902567106" sldId="429"/>
        </pc:sldMkLst>
      </pc:sldChg>
      <pc:sldChg chg="delSp modSp mod">
        <pc:chgData name="이성욱" userId="5f2abdfd-767f-4a6d-bbd8-aee4cbf187ca" providerId="ADAL" clId="{73085AB1-66D3-44F8-BE91-259CF5ECAEC1}" dt="2024-08-28T05:15:20.377" v="114" actId="6549"/>
        <pc:sldMkLst>
          <pc:docMk/>
          <pc:sldMk cId="275862255" sldId="431"/>
        </pc:sldMkLst>
      </pc:sldChg>
      <pc:sldChg chg="modSp mod">
        <pc:chgData name="이성욱" userId="5f2abdfd-767f-4a6d-bbd8-aee4cbf187ca" providerId="ADAL" clId="{73085AB1-66D3-44F8-BE91-259CF5ECAEC1}" dt="2024-08-28T05:15:43.253" v="116" actId="6549"/>
        <pc:sldMkLst>
          <pc:docMk/>
          <pc:sldMk cId="551349278" sldId="434"/>
        </pc:sldMkLst>
      </pc:sldChg>
      <pc:sldChg chg="addSp delSp modSp mod">
        <pc:chgData name="이성욱" userId="5f2abdfd-767f-4a6d-bbd8-aee4cbf187ca" providerId="ADAL" clId="{73085AB1-66D3-44F8-BE91-259CF5ECAEC1}" dt="2024-08-28T05:17:44.647" v="122" actId="692"/>
        <pc:sldMkLst>
          <pc:docMk/>
          <pc:sldMk cId="2855944828" sldId="435"/>
        </pc:sldMkLst>
      </pc:sldChg>
      <pc:sldChg chg="modSp mod">
        <pc:chgData name="이성욱" userId="5f2abdfd-767f-4a6d-bbd8-aee4cbf187ca" providerId="ADAL" clId="{73085AB1-66D3-44F8-BE91-259CF5ECAEC1}" dt="2024-08-28T05:24:24.282" v="256" actId="20577"/>
        <pc:sldMkLst>
          <pc:docMk/>
          <pc:sldMk cId="3433912475" sldId="436"/>
        </pc:sldMkLst>
      </pc:sldChg>
      <pc:sldChg chg="addSp delSp modSp mod">
        <pc:chgData name="이성욱" userId="5f2abdfd-767f-4a6d-bbd8-aee4cbf187ca" providerId="ADAL" clId="{73085AB1-66D3-44F8-BE91-259CF5ECAEC1}" dt="2024-08-28T05:22:14.889" v="183" actId="14100"/>
        <pc:sldMkLst>
          <pc:docMk/>
          <pc:sldMk cId="2452109292" sldId="438"/>
        </pc:sldMkLst>
      </pc:sldChg>
    </pc:docChg>
  </pc:docChgLst>
  <pc:docChgLst>
    <pc:chgData name="suleeip@sg.shingu.ac.kr" userId="5f2abdfd-767f-4a6d-bbd8-aee4cbf187ca" providerId="ADAL" clId="{952EFD8D-7928-4540-BEA4-B98D92EFF46B}"/>
    <pc:docChg chg="undo custSel modSld">
      <pc:chgData name="suleeip@sg.shingu.ac.kr" userId="5f2abdfd-767f-4a6d-bbd8-aee4cbf187ca" providerId="ADAL" clId="{952EFD8D-7928-4540-BEA4-B98D92EFF46B}" dt="2022-02-14T06:02:21.478" v="133"/>
      <pc:docMkLst>
        <pc:docMk/>
      </pc:docMkLst>
      <pc:sldChg chg="modSp mod">
        <pc:chgData name="suleeip@sg.shingu.ac.kr" userId="5f2abdfd-767f-4a6d-bbd8-aee4cbf187ca" providerId="ADAL" clId="{952EFD8D-7928-4540-BEA4-B98D92EFF46B}" dt="2022-02-14T04:55:14.768" v="0"/>
        <pc:sldMkLst>
          <pc:docMk/>
          <pc:sldMk cId="2543970076" sldId="422"/>
        </pc:sldMkLst>
      </pc:sldChg>
      <pc:sldChg chg="modSp mod">
        <pc:chgData name="suleeip@sg.shingu.ac.kr" userId="5f2abdfd-767f-4a6d-bbd8-aee4cbf187ca" providerId="ADAL" clId="{952EFD8D-7928-4540-BEA4-B98D92EFF46B}" dt="2022-02-14T05:47:30.455" v="11" actId="6549"/>
        <pc:sldMkLst>
          <pc:docMk/>
          <pc:sldMk cId="3007652228" sldId="427"/>
        </pc:sldMkLst>
      </pc:sldChg>
      <pc:sldChg chg="addSp delSp modSp mod">
        <pc:chgData name="suleeip@sg.shingu.ac.kr" userId="5f2abdfd-767f-4a6d-bbd8-aee4cbf187ca" providerId="ADAL" clId="{952EFD8D-7928-4540-BEA4-B98D92EFF46B}" dt="2022-02-14T05:51:31.685" v="34" actId="1076"/>
        <pc:sldMkLst>
          <pc:docMk/>
          <pc:sldMk cId="2419414039" sldId="428"/>
        </pc:sldMkLst>
      </pc:sldChg>
      <pc:sldChg chg="addSp delSp modSp mod">
        <pc:chgData name="suleeip@sg.shingu.ac.kr" userId="5f2abdfd-767f-4a6d-bbd8-aee4cbf187ca" providerId="ADAL" clId="{952EFD8D-7928-4540-BEA4-B98D92EFF46B}" dt="2022-02-14T05:54:06.679" v="39" actId="692"/>
        <pc:sldMkLst>
          <pc:docMk/>
          <pc:sldMk cId="3902567106" sldId="429"/>
        </pc:sldMkLst>
      </pc:sldChg>
      <pc:sldChg chg="modSp mod">
        <pc:chgData name="suleeip@sg.shingu.ac.kr" userId="5f2abdfd-767f-4a6d-bbd8-aee4cbf187ca" providerId="ADAL" clId="{952EFD8D-7928-4540-BEA4-B98D92EFF46B}" dt="2022-02-14T05:54:44.717" v="43"/>
        <pc:sldMkLst>
          <pc:docMk/>
          <pc:sldMk cId="275862255" sldId="431"/>
        </pc:sldMkLst>
      </pc:sldChg>
      <pc:sldChg chg="addSp delSp modSp mod">
        <pc:chgData name="suleeip@sg.shingu.ac.kr" userId="5f2abdfd-767f-4a6d-bbd8-aee4cbf187ca" providerId="ADAL" clId="{952EFD8D-7928-4540-BEA4-B98D92EFF46B}" dt="2022-02-14T05:58:44.507" v="61" actId="14100"/>
        <pc:sldMkLst>
          <pc:docMk/>
          <pc:sldMk cId="551349278" sldId="434"/>
        </pc:sldMkLst>
      </pc:sldChg>
      <pc:sldChg chg="addSp delSp modSp mod">
        <pc:chgData name="suleeip@sg.shingu.ac.kr" userId="5f2abdfd-767f-4a6d-bbd8-aee4cbf187ca" providerId="ADAL" clId="{952EFD8D-7928-4540-BEA4-B98D92EFF46B}" dt="2022-02-14T06:00:13.363" v="66" actId="692"/>
        <pc:sldMkLst>
          <pc:docMk/>
          <pc:sldMk cId="2855944828" sldId="435"/>
        </pc:sldMkLst>
      </pc:sldChg>
      <pc:sldChg chg="modSp mod">
        <pc:chgData name="suleeip@sg.shingu.ac.kr" userId="5f2abdfd-767f-4a6d-bbd8-aee4cbf187ca" providerId="ADAL" clId="{952EFD8D-7928-4540-BEA4-B98D92EFF46B}" dt="2022-02-14T06:02:21.478" v="133"/>
        <pc:sldMkLst>
          <pc:docMk/>
          <pc:sldMk cId="3433912475" sldId="436"/>
        </pc:sldMkLst>
      </pc:sldChg>
      <pc:sldChg chg="modSp mod">
        <pc:chgData name="suleeip@sg.shingu.ac.kr" userId="5f2abdfd-767f-4a6d-bbd8-aee4cbf187ca" providerId="ADAL" clId="{952EFD8D-7928-4540-BEA4-B98D92EFF46B}" dt="2022-02-14T06:01:22.801" v="77" actId="20577"/>
        <pc:sldMkLst>
          <pc:docMk/>
          <pc:sldMk cId="2452109292" sldId="438"/>
        </pc:sldMkLst>
      </pc:sldChg>
    </pc:docChg>
  </pc:docChgLst>
  <pc:docChgLst>
    <pc:chgData name="suleeip@sg.shingu.ac.kr" userId="5f2abdfd-767f-4a6d-bbd8-aee4cbf187ca" providerId="ADAL" clId="{6D2A5D57-1507-4446-AE25-91B77EDC0164}"/>
    <pc:docChg chg="modSld">
      <pc:chgData name="suleeip@sg.shingu.ac.kr" userId="5f2abdfd-767f-4a6d-bbd8-aee4cbf187ca" providerId="ADAL" clId="{6D2A5D57-1507-4446-AE25-91B77EDC0164}" dt="2023-02-13T07:36:04.617" v="69" actId="20577"/>
      <pc:docMkLst>
        <pc:docMk/>
      </pc:docMkLst>
      <pc:sldChg chg="modSp mod">
        <pc:chgData name="suleeip@sg.shingu.ac.kr" userId="5f2abdfd-767f-4a6d-bbd8-aee4cbf187ca" providerId="ADAL" clId="{6D2A5D57-1507-4446-AE25-91B77EDC0164}" dt="2023-02-13T07:35:47.376" v="67" actId="207"/>
        <pc:sldMkLst>
          <pc:docMk/>
          <pc:sldMk cId="2419414039" sldId="428"/>
        </pc:sldMkLst>
      </pc:sldChg>
      <pc:sldChg chg="modSp mod">
        <pc:chgData name="suleeip@sg.shingu.ac.kr" userId="5f2abdfd-767f-4a6d-bbd8-aee4cbf187ca" providerId="ADAL" clId="{6D2A5D57-1507-4446-AE25-91B77EDC0164}" dt="2023-02-13T07:36:04.617" v="69" actId="20577"/>
        <pc:sldMkLst>
          <pc:docMk/>
          <pc:sldMk cId="2452109292" sldId="438"/>
        </pc:sldMkLst>
      </pc:sldChg>
    </pc:docChg>
  </pc:docChgLst>
  <pc:docChgLst>
    <pc:chgData name="이성욱" userId="5f2abdfd-767f-4a6d-bbd8-aee4cbf187ca" providerId="ADAL" clId="{D9D36ADA-4843-424D-8396-4DBA59053074}"/>
    <pc:docChg chg="custSel modSld">
      <pc:chgData name="이성욱" userId="5f2abdfd-767f-4a6d-bbd8-aee4cbf187ca" providerId="ADAL" clId="{D9D36ADA-4843-424D-8396-4DBA59053074}" dt="2025-07-16T00:54:41.371" v="108" actId="207"/>
      <pc:docMkLst>
        <pc:docMk/>
      </pc:docMkLst>
      <pc:sldChg chg="modSp mod">
        <pc:chgData name="이성욱" userId="5f2abdfd-767f-4a6d-bbd8-aee4cbf187ca" providerId="ADAL" clId="{D9D36ADA-4843-424D-8396-4DBA59053074}" dt="2025-07-16T00:53:24.629" v="59" actId="20577"/>
        <pc:sldMkLst>
          <pc:docMk/>
          <pc:sldMk cId="2543970076" sldId="422"/>
        </pc:sldMkLst>
        <pc:spChg chg="mod">
          <ac:chgData name="이성욱" userId="5f2abdfd-767f-4a6d-bbd8-aee4cbf187ca" providerId="ADAL" clId="{D9D36ADA-4843-424D-8396-4DBA59053074}" dt="2025-07-16T00:53:24.629" v="59" actId="20577"/>
          <ac:spMkLst>
            <pc:docMk/>
            <pc:sldMk cId="2543970076" sldId="422"/>
            <ac:spMk id="7" creationId="{00000000-0000-0000-0000-000000000000}"/>
          </ac:spMkLst>
        </pc:spChg>
      </pc:sldChg>
      <pc:sldChg chg="addSp delSp modSp mod">
        <pc:chgData name="이성욱" userId="5f2abdfd-767f-4a6d-bbd8-aee4cbf187ca" providerId="ADAL" clId="{D9D36ADA-4843-424D-8396-4DBA59053074}" dt="2025-07-16T00:46:41.055" v="27" actId="692"/>
        <pc:sldMkLst>
          <pc:docMk/>
          <pc:sldMk cId="2419414039" sldId="428"/>
        </pc:sldMkLst>
        <pc:spChg chg="mod">
          <ac:chgData name="이성욱" userId="5f2abdfd-767f-4a6d-bbd8-aee4cbf187ca" providerId="ADAL" clId="{D9D36ADA-4843-424D-8396-4DBA59053074}" dt="2025-07-16T00:35:40.108" v="1" actId="20577"/>
          <ac:spMkLst>
            <pc:docMk/>
            <pc:sldMk cId="2419414039" sldId="428"/>
            <ac:spMk id="6" creationId="{00000000-0000-0000-0000-000000000000}"/>
          </ac:spMkLst>
        </pc:spChg>
        <pc:spChg chg="mod">
          <ac:chgData name="이성욱" userId="5f2abdfd-767f-4a6d-bbd8-aee4cbf187ca" providerId="ADAL" clId="{D9D36ADA-4843-424D-8396-4DBA59053074}" dt="2025-07-16T00:45:39.579" v="16" actId="1076"/>
          <ac:spMkLst>
            <pc:docMk/>
            <pc:sldMk cId="2419414039" sldId="428"/>
            <ac:spMk id="9" creationId="{E9354E1D-DFF9-45CD-9786-AC6F2DCBA046}"/>
          </ac:spMkLst>
        </pc:spChg>
        <pc:spChg chg="mod">
          <ac:chgData name="이성욱" userId="5f2abdfd-767f-4a6d-bbd8-aee4cbf187ca" providerId="ADAL" clId="{D9D36ADA-4843-424D-8396-4DBA59053074}" dt="2025-07-16T00:46:27.587" v="25" actId="1076"/>
          <ac:spMkLst>
            <pc:docMk/>
            <pc:sldMk cId="2419414039" sldId="428"/>
            <ac:spMk id="12" creationId="{8E86444A-E645-4C83-8C2B-B17E8FC8F2C4}"/>
          </ac:spMkLst>
        </pc:spChg>
        <pc:picChg chg="add mod ord">
          <ac:chgData name="이성욱" userId="5f2abdfd-767f-4a6d-bbd8-aee4cbf187ca" providerId="ADAL" clId="{D9D36ADA-4843-424D-8396-4DBA59053074}" dt="2025-07-16T00:46:35.125" v="26" actId="692"/>
          <ac:picMkLst>
            <pc:docMk/>
            <pc:sldMk cId="2419414039" sldId="428"/>
            <ac:picMk id="5" creationId="{5995D763-A564-2BB1-8100-860E73AF84A1}"/>
          </ac:picMkLst>
        </pc:picChg>
        <pc:picChg chg="add mod ord">
          <ac:chgData name="이성욱" userId="5f2abdfd-767f-4a6d-bbd8-aee4cbf187ca" providerId="ADAL" clId="{D9D36ADA-4843-424D-8396-4DBA59053074}" dt="2025-07-16T00:46:41.055" v="27" actId="692"/>
          <ac:picMkLst>
            <pc:docMk/>
            <pc:sldMk cId="2419414039" sldId="428"/>
            <ac:picMk id="8" creationId="{6178BE99-0EEC-4712-40E9-627D2815DD69}"/>
          </ac:picMkLst>
        </pc:picChg>
      </pc:sldChg>
      <pc:sldChg chg="addSp delSp modSp mod">
        <pc:chgData name="이성욱" userId="5f2abdfd-767f-4a6d-bbd8-aee4cbf187ca" providerId="ADAL" clId="{D9D36ADA-4843-424D-8396-4DBA59053074}" dt="2025-07-16T00:44:38.495" v="9" actId="692"/>
        <pc:sldMkLst>
          <pc:docMk/>
          <pc:sldMk cId="3902567106" sldId="429"/>
        </pc:sldMkLst>
        <pc:picChg chg="add mod">
          <ac:chgData name="이성욱" userId="5f2abdfd-767f-4a6d-bbd8-aee4cbf187ca" providerId="ADAL" clId="{D9D36ADA-4843-424D-8396-4DBA59053074}" dt="2025-07-16T00:44:38.495" v="9" actId="692"/>
          <ac:picMkLst>
            <pc:docMk/>
            <pc:sldMk cId="3902567106" sldId="429"/>
            <ac:picMk id="7" creationId="{374A74EB-5947-FEBB-46EC-EB96FCD7E44E}"/>
          </ac:picMkLst>
        </pc:picChg>
      </pc:sldChg>
      <pc:sldChg chg="addSp delSp modSp mod">
        <pc:chgData name="이성욱" userId="5f2abdfd-767f-4a6d-bbd8-aee4cbf187ca" providerId="ADAL" clId="{D9D36ADA-4843-424D-8396-4DBA59053074}" dt="2025-07-16T00:49:02.716" v="39" actId="1076"/>
        <pc:sldMkLst>
          <pc:docMk/>
          <pc:sldMk cId="551349278" sldId="434"/>
        </pc:sldMkLst>
        <pc:spChg chg="mod">
          <ac:chgData name="이성욱" userId="5f2abdfd-767f-4a6d-bbd8-aee4cbf187ca" providerId="ADAL" clId="{D9D36ADA-4843-424D-8396-4DBA59053074}" dt="2025-07-16T00:48:50.800" v="38" actId="14100"/>
          <ac:spMkLst>
            <pc:docMk/>
            <pc:sldMk cId="551349278" sldId="434"/>
            <ac:spMk id="9" creationId="{B4C80257-28BA-436E-B940-EC488D64A803}"/>
          </ac:spMkLst>
        </pc:spChg>
        <pc:spChg chg="mod">
          <ac:chgData name="이성욱" userId="5f2abdfd-767f-4a6d-bbd8-aee4cbf187ca" providerId="ADAL" clId="{D9D36ADA-4843-424D-8396-4DBA59053074}" dt="2025-07-16T00:49:02.716" v="39" actId="1076"/>
          <ac:spMkLst>
            <pc:docMk/>
            <pc:sldMk cId="551349278" sldId="434"/>
            <ac:spMk id="13" creationId="{DE62DFE5-58FA-4B73-9402-B41109710D34}"/>
          </ac:spMkLst>
        </pc:spChg>
        <pc:picChg chg="add mod ord">
          <ac:chgData name="이성욱" userId="5f2abdfd-767f-4a6d-bbd8-aee4cbf187ca" providerId="ADAL" clId="{D9D36ADA-4843-424D-8396-4DBA59053074}" dt="2025-07-16T00:48:19.014" v="34" actId="692"/>
          <ac:picMkLst>
            <pc:docMk/>
            <pc:sldMk cId="551349278" sldId="434"/>
            <ac:picMk id="7" creationId="{A21F8BD9-A6E2-F379-620A-E04F896B0A38}"/>
          </ac:picMkLst>
        </pc:picChg>
      </pc:sldChg>
      <pc:sldChg chg="addSp delSp modSp mod">
        <pc:chgData name="이성욱" userId="5f2abdfd-767f-4a6d-bbd8-aee4cbf187ca" providerId="ADAL" clId="{D9D36ADA-4843-424D-8396-4DBA59053074}" dt="2025-07-16T00:51:37.525" v="43" actId="692"/>
        <pc:sldMkLst>
          <pc:docMk/>
          <pc:sldMk cId="2855944828" sldId="435"/>
        </pc:sldMkLst>
      </pc:sldChg>
      <pc:sldChg chg="modSp mod">
        <pc:chgData name="이성욱" userId="5f2abdfd-767f-4a6d-bbd8-aee4cbf187ca" providerId="ADAL" clId="{D9D36ADA-4843-424D-8396-4DBA59053074}" dt="2025-07-16T00:54:41.371" v="108" actId="207"/>
        <pc:sldMkLst>
          <pc:docMk/>
          <pc:sldMk cId="3433912475" sldId="436"/>
        </pc:sldMkLst>
        <pc:spChg chg="mod">
          <ac:chgData name="이성욱" userId="5f2abdfd-767f-4a6d-bbd8-aee4cbf187ca" providerId="ADAL" clId="{D9D36ADA-4843-424D-8396-4DBA59053074}" dt="2025-07-16T00:54:41.371" v="108" actId="207"/>
          <ac:spMkLst>
            <pc:docMk/>
            <pc:sldMk cId="3433912475" sldId="436"/>
            <ac:spMk id="7" creationId="{00000000-0000-0000-0000-000000000000}"/>
          </ac:spMkLst>
        </pc:spChg>
      </pc:sldChg>
      <pc:sldChg chg="modSp mod">
        <pc:chgData name="이성욱" userId="5f2abdfd-767f-4a6d-bbd8-aee4cbf187ca" providerId="ADAL" clId="{D9D36ADA-4843-424D-8396-4DBA59053074}" dt="2025-07-16T00:52:38.304" v="52" actId="6549"/>
        <pc:sldMkLst>
          <pc:docMk/>
          <pc:sldMk cId="2452109292" sldId="438"/>
        </pc:sldMkLst>
        <pc:spChg chg="mod">
          <ac:chgData name="이성욱" userId="5f2abdfd-767f-4a6d-bbd8-aee4cbf187ca" providerId="ADAL" clId="{D9D36ADA-4843-424D-8396-4DBA59053074}" dt="2025-07-16T00:51:57.389" v="50" actId="6549"/>
          <ac:spMkLst>
            <pc:docMk/>
            <pc:sldMk cId="2452109292" sldId="438"/>
            <ac:spMk id="6" creationId="{00000000-0000-0000-0000-000000000000}"/>
          </ac:spMkLst>
        </pc:spChg>
        <pc:spChg chg="mod">
          <ac:chgData name="이성욱" userId="5f2abdfd-767f-4a6d-bbd8-aee4cbf187ca" providerId="ADAL" clId="{D9D36ADA-4843-424D-8396-4DBA59053074}" dt="2025-07-16T00:52:38.304" v="52" actId="6549"/>
          <ac:spMkLst>
            <pc:docMk/>
            <pc:sldMk cId="2452109292" sldId="438"/>
            <ac:spMk id="8" creationId="{6D091130-CCA1-4345-ADA8-C4A763AA0A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79FBD-3183-4611-BB3C-2548B8991953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19F21-93F6-4805-B68F-A74160CF01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0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068960"/>
            <a:ext cx="6709792" cy="762000"/>
          </a:xfrm>
        </p:spPr>
        <p:txBody>
          <a:bodyPr lIns="0" tIns="0" rIns="0">
            <a:norm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0" y="476672"/>
            <a:ext cx="9144000" cy="230425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2750086"/>
            <a:ext cx="9144000" cy="1748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484784"/>
            <a:ext cx="6781800" cy="1069975"/>
          </a:xfrm>
        </p:spPr>
        <p:txBody>
          <a:bodyPr bIns="0" anchor="b" anchorCtr="0">
            <a:no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245101"/>
            <a:ext cx="69341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114800"/>
            <a:ext cx="69341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457200" y="1340768"/>
            <a:ext cx="4038600" cy="504056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4648200" y="1340768"/>
            <a:ext cx="4038600" cy="504056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4648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2438400"/>
            <a:ext cx="40386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4648200" y="2438400"/>
            <a:ext cx="40386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457200" y="1524000"/>
            <a:ext cx="33528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419600" y="1524000"/>
            <a:ext cx="42672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1" y="2514599"/>
            <a:ext cx="33528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048"/>
            <a:ext cx="3355848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5696" y="1554480"/>
            <a:ext cx="4270248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514600"/>
            <a:ext cx="3355848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419600" y="1524000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9600" y="5637212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89085"/>
            <a:ext cx="2057400" cy="553707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85216"/>
            <a:ext cx="6019800" cy="55412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400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9144000" cy="3326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 userDrawn="1"/>
        </p:nvSpPr>
        <p:spPr>
          <a:xfrm>
            <a:off x="806896" y="6524"/>
            <a:ext cx="8229600" cy="41805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1" hangingPunct="1"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400" dirty="0"/>
              <a:t>01. JSP </a:t>
            </a:r>
            <a:r>
              <a:rPr lang="ko-KR" altLang="en-US" sz="1400" dirty="0"/>
              <a:t>프로그램의 동작 원리와 실행 환경 구축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332656"/>
            <a:ext cx="9144000" cy="5760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8660"/>
            <a:ext cx="8229600" cy="5040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69360"/>
            <a:ext cx="9144000" cy="1913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000" b="1" kern="1200">
          <a:solidFill>
            <a:schemeClr val="tx2"/>
          </a:solidFill>
          <a:latin typeface="+mj-ea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Char char="§"/>
        <a:defRPr sz="1800" kern="1200" baseline="0">
          <a:solidFill>
            <a:schemeClr val="tx2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600" kern="1200" baseline="0">
          <a:solidFill>
            <a:schemeClr val="tx2"/>
          </a:solidFill>
          <a:latin typeface="+mn-ea"/>
          <a:ea typeface="+mn-ea"/>
          <a:cs typeface="+mn-cs"/>
        </a:defRPr>
      </a:lvl2pPr>
      <a:lvl3pPr marL="12001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 typeface="Arial" pitchFamily="34" charset="0"/>
        <a:buChar char="•"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3pPr>
      <a:lvl4pPr marL="16573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맑은 고딕" pitchFamily="50" charset="-127"/>
        <a:buChar char="–"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jdk.java.ne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tomcat.apache.org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 JSP </a:t>
            </a:r>
            <a:r>
              <a:rPr lang="ko-KR" altLang="en-US" dirty="0"/>
              <a:t>프로그램의 동작 원리와 실행 환경 구축</a:t>
            </a:r>
          </a:p>
        </p:txBody>
      </p:sp>
    </p:spTree>
    <p:extLst>
      <p:ext uri="{BB962C8B-B14F-4D97-AF65-F5344CB8AC3E}">
        <p14:creationId xmlns:p14="http://schemas.microsoft.com/office/powerpoint/2010/main" val="153827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장에서 공부할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JSP </a:t>
            </a:r>
            <a:r>
              <a:rPr lang="ko-KR" altLang="en-US" dirty="0"/>
              <a:t>프로그램의 동작 원리와 실행 환경 구축</a:t>
            </a:r>
            <a:endParaRPr lang="en-US" altLang="ko-KR" dirty="0"/>
          </a:p>
          <a:p>
            <a:pPr lvl="1" fontAlgn="base"/>
            <a:r>
              <a:rPr lang="en-US" altLang="ko-KR" dirty="0"/>
              <a:t>JSP(Java Server Page)</a:t>
            </a:r>
          </a:p>
          <a:p>
            <a:pPr lvl="2" fontAlgn="base"/>
            <a:r>
              <a:rPr lang="ko-KR" altLang="en-US" dirty="0"/>
              <a:t>자바 기반의 웹 프로그래밍 기술</a:t>
            </a:r>
            <a:endParaRPr lang="en-US" altLang="ko-KR" dirty="0"/>
          </a:p>
          <a:p>
            <a:pPr lvl="2" fontAlgn="base"/>
            <a:r>
              <a:rPr lang="ko-KR" altLang="en-US" dirty="0"/>
              <a:t>현재 웹 프로그래밍을 위해 가장 널리 사용</a:t>
            </a:r>
            <a:endParaRPr lang="en-US" altLang="ko-KR" dirty="0"/>
          </a:p>
          <a:p>
            <a:pPr lvl="2" fontAlgn="base"/>
            <a:r>
              <a:rPr lang="ko-KR" altLang="en-US" dirty="0"/>
              <a:t>자바 언어를 그대로 사용한다는 큰 장점을 가지고 있음</a:t>
            </a:r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학습내용</a:t>
            </a:r>
          </a:p>
          <a:p>
            <a:pPr lvl="1" fontAlgn="base"/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JSP</a:t>
            </a:r>
          </a:p>
          <a:p>
            <a:pPr lvl="1" fontAlgn="base"/>
            <a:r>
              <a:rPr lang="en-US" altLang="ko-KR" dirty="0"/>
              <a:t>JSP </a:t>
            </a:r>
            <a:r>
              <a:rPr lang="ko-KR" altLang="en-US" dirty="0"/>
              <a:t>실행 환경 구축</a:t>
            </a:r>
          </a:p>
          <a:p>
            <a:pPr lvl="1" fontAlgn="base"/>
            <a:r>
              <a:rPr lang="ko-KR" altLang="en-US" dirty="0"/>
              <a:t>실행 환경 테스트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18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1.1 HTML</a:t>
            </a:r>
            <a:r>
              <a:rPr lang="ko-KR" altLang="en-US" dirty="0"/>
              <a:t>과 </a:t>
            </a:r>
            <a:r>
              <a:rPr lang="en-US" altLang="ko-KR" dirty="0"/>
              <a:t>JSP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altLang="ko-KR" dirty="0"/>
              <a:t>HTML </a:t>
            </a:r>
            <a:r>
              <a:rPr lang="ko-KR" altLang="en-US" dirty="0"/>
              <a:t>문서가 웹 브라우저에 표출되는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025" name="_x334810592" descr="EMB00016e8450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70" y="2132856"/>
            <a:ext cx="8050482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53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1.1 HTML</a:t>
            </a:r>
            <a:r>
              <a:rPr lang="ko-KR" altLang="en-US" dirty="0"/>
              <a:t>과 </a:t>
            </a:r>
            <a:r>
              <a:rPr lang="en-US" altLang="ko-KR" dirty="0"/>
              <a:t>JSP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altLang="ko-KR" dirty="0"/>
              <a:t>JSP </a:t>
            </a:r>
            <a:r>
              <a:rPr lang="ko-KR" altLang="en-US" dirty="0"/>
              <a:t>파일의 처리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2049" name="_x334810808" descr="EMB00016e8450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4824"/>
            <a:ext cx="8078387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7452320" y="4005064"/>
            <a:ext cx="792088" cy="504056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8260521" y="4077072"/>
            <a:ext cx="4210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52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1.1 HTML</a:t>
            </a:r>
            <a:r>
              <a:rPr lang="ko-KR" altLang="en-US" dirty="0"/>
              <a:t>과 </a:t>
            </a:r>
            <a:r>
              <a:rPr lang="en-US" altLang="ko-KR" dirty="0"/>
              <a:t>JSP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altLang="ko-KR" dirty="0"/>
              <a:t>JSP </a:t>
            </a:r>
            <a:r>
              <a:rPr lang="ko-KR" altLang="en-US" dirty="0"/>
              <a:t>파일의 실행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3073" name="_x331339296" descr="EMB00016e8450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7547339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오른쪽 화살표 7"/>
          <p:cNvSpPr/>
          <p:nvPr/>
        </p:nvSpPr>
        <p:spPr>
          <a:xfrm>
            <a:off x="755576" y="1916832"/>
            <a:ext cx="4210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59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우리가 사용할 </a:t>
            </a:r>
            <a:r>
              <a:rPr lang="en-US" altLang="ko-KR" dirty="0"/>
              <a:t>JSP </a:t>
            </a:r>
            <a:r>
              <a:rPr lang="ko-KR" altLang="en-US" dirty="0"/>
              <a:t>실행 환경</a:t>
            </a:r>
            <a:endParaRPr lang="en-US" altLang="ko-KR" dirty="0"/>
          </a:p>
          <a:p>
            <a:pPr lvl="1"/>
            <a:r>
              <a:rPr lang="ko-KR" altLang="en-US" dirty="0" err="1"/>
              <a:t>톰캣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웹 서버 </a:t>
            </a:r>
            <a:r>
              <a:rPr lang="en-US" altLang="ko-KR" dirty="0"/>
              <a:t>+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 </a:t>
            </a:r>
            <a:r>
              <a:rPr lang="en-US" altLang="ko-KR" dirty="0"/>
              <a:t>-&gt; WAS(Web Application Server)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4097" name="_x334809800" descr="EMB00016e84507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6633599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64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5400600"/>
          </a:xfrm>
        </p:spPr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 err="1"/>
              <a:t>OpenJDK</a:t>
            </a:r>
            <a:r>
              <a:rPr lang="ko-KR" altLang="en-US" dirty="0"/>
              <a:t>를 사용할 것임</a:t>
            </a:r>
            <a:endParaRPr lang="en-US" altLang="ko-KR" dirty="0"/>
          </a:p>
          <a:p>
            <a:pPr lvl="2"/>
            <a:r>
              <a:rPr lang="ko-KR" altLang="en-US" dirty="0"/>
              <a:t>오라클 </a:t>
            </a:r>
            <a:r>
              <a:rPr lang="en-US" altLang="ko-KR" dirty="0"/>
              <a:t>JDK</a:t>
            </a:r>
            <a:r>
              <a:rPr lang="ko-KR" altLang="en-US" dirty="0"/>
              <a:t>와 </a:t>
            </a:r>
            <a:r>
              <a:rPr lang="en-US" altLang="ko-KR" dirty="0" err="1"/>
              <a:t>OpenJDK</a:t>
            </a:r>
            <a:r>
              <a:rPr lang="ko-KR" altLang="en-US" dirty="0"/>
              <a:t>는 둘 다 오라클에 의해 관리</a:t>
            </a:r>
            <a:endParaRPr lang="en-US" altLang="ko-KR" dirty="0"/>
          </a:p>
          <a:p>
            <a:pPr lvl="2"/>
            <a:r>
              <a:rPr lang="en-US" altLang="ko-KR" dirty="0" err="1"/>
              <a:t>OpenJDK</a:t>
            </a:r>
            <a:r>
              <a:rPr lang="ko-KR" altLang="en-US" dirty="0"/>
              <a:t>는 순수한 자바 규격만 구현한 </a:t>
            </a:r>
            <a:r>
              <a:rPr lang="en-US" altLang="ko-KR" dirty="0"/>
              <a:t>JDK</a:t>
            </a:r>
            <a:r>
              <a:rPr lang="ko-KR" altLang="en-US" dirty="0"/>
              <a:t>의 기준</a:t>
            </a:r>
            <a:endParaRPr lang="en-US" altLang="ko-KR" dirty="0"/>
          </a:p>
          <a:p>
            <a:pPr lvl="2"/>
            <a:r>
              <a:rPr lang="ko-KR" altLang="en-US" dirty="0"/>
              <a:t>오라클 </a:t>
            </a:r>
            <a:r>
              <a:rPr lang="en-US" altLang="ko-KR" dirty="0"/>
              <a:t>JDK</a:t>
            </a:r>
            <a:r>
              <a:rPr lang="ko-KR" altLang="en-US" dirty="0"/>
              <a:t>는 여기에 몇 가지 기능이 추가된 것</a:t>
            </a:r>
            <a:endParaRPr lang="en-US" altLang="ko-KR" dirty="0"/>
          </a:p>
          <a:p>
            <a:pPr lvl="2"/>
            <a:r>
              <a:rPr lang="en-US" altLang="ko-KR" dirty="0" err="1"/>
              <a:t>OpenJDK</a:t>
            </a:r>
            <a:r>
              <a:rPr lang="en-US" altLang="ko-KR" dirty="0"/>
              <a:t> </a:t>
            </a:r>
            <a:r>
              <a:rPr lang="ko-KR" altLang="en-US" dirty="0"/>
              <a:t>웹 사이트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https://openjdk.org/</a:t>
            </a:r>
            <a:r>
              <a:rPr lang="en-US" altLang="ko-KR" dirty="0"/>
              <a:t>)</a:t>
            </a:r>
            <a:r>
              <a:rPr lang="ko-KR" altLang="en-US" dirty="0"/>
              <a:t>에서 압축 파일 다운로드하여 압축 해제만 하면 됨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65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178BE99-0EEC-4712-40E9-627D2815D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857" y="3666196"/>
            <a:ext cx="4772643" cy="2622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95D763-A564-2BB1-8100-860E73AF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620538"/>
            <a:ext cx="4520115" cy="4904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  : </a:t>
            </a:r>
            <a:r>
              <a:rPr lang="ko-KR" altLang="en-US" dirty="0">
                <a:solidFill>
                  <a:srgbClr val="FF0000"/>
                </a:solidFill>
              </a:rPr>
              <a:t>현재 최신버전은 </a:t>
            </a:r>
            <a:r>
              <a:rPr lang="en-US" altLang="ko-KR" dirty="0">
                <a:solidFill>
                  <a:srgbClr val="FF0000"/>
                </a:solidFill>
              </a:rPr>
              <a:t>24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E9354E1D-DFF9-45CD-9786-AC6F2DCBA046}"/>
              </a:ext>
            </a:extLst>
          </p:cNvPr>
          <p:cNvSpPr/>
          <p:nvPr/>
        </p:nvSpPr>
        <p:spPr>
          <a:xfrm>
            <a:off x="3203848" y="3429000"/>
            <a:ext cx="216024" cy="4743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8E86444A-E645-4C83-8C2B-B17E8FC8F2C4}"/>
              </a:ext>
            </a:extLst>
          </p:cNvPr>
          <p:cNvSpPr/>
          <p:nvPr/>
        </p:nvSpPr>
        <p:spPr>
          <a:xfrm rot="9385882">
            <a:off x="6212134" y="6209770"/>
            <a:ext cx="242853" cy="33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414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 </a:t>
            </a:r>
            <a:r>
              <a:rPr lang="ko-KR" altLang="en-US" dirty="0"/>
              <a:t>드라이브</a:t>
            </a:r>
            <a:r>
              <a:rPr lang="en-US" altLang="ko-KR" dirty="0"/>
              <a:t> </a:t>
            </a:r>
            <a:r>
              <a:rPr lang="ko-KR" altLang="en-US" dirty="0"/>
              <a:t>루트에 </a:t>
            </a:r>
            <a:r>
              <a:rPr lang="en-US" altLang="ko-KR" dirty="0"/>
              <a:t>JSP </a:t>
            </a:r>
            <a:r>
              <a:rPr lang="ko-KR" altLang="en-US" dirty="0"/>
              <a:t>폴더를 생성</a:t>
            </a:r>
            <a:endParaRPr lang="en-US" altLang="ko-KR" dirty="0"/>
          </a:p>
          <a:p>
            <a:pPr lvl="2" fontAlgn="base"/>
            <a:r>
              <a:rPr lang="ko-KR" altLang="en-US" b="1" dirty="0">
                <a:solidFill>
                  <a:srgbClr val="FF0000"/>
                </a:solidFill>
              </a:rPr>
              <a:t>반별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학생별로 각자 별도의 개발 환경을 설치해서 쓸 것이므로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폴더이름을 </a:t>
            </a:r>
            <a:r>
              <a:rPr lang="en-US" altLang="ko-KR" b="1" dirty="0" err="1">
                <a:solidFill>
                  <a:srgbClr val="FF0000"/>
                </a:solidFill>
              </a:rPr>
              <a:t>jsp_xxx</a:t>
            </a:r>
            <a:r>
              <a:rPr lang="ko-KR" altLang="en-US" b="1" dirty="0">
                <a:solidFill>
                  <a:srgbClr val="FF0000"/>
                </a:solidFill>
              </a:rPr>
              <a:t>와 같이 다르게 지을 것을 권장 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>
                <a:solidFill>
                  <a:srgbClr val="FF0000"/>
                </a:solidFill>
              </a:rPr>
              <a:t>나중에 다른 자리에서 실습하는 경우를 대비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2" fontAlgn="base"/>
            <a:r>
              <a:rPr lang="ko-KR" altLang="en-US" b="1" dirty="0">
                <a:solidFill>
                  <a:srgbClr val="FF0000"/>
                </a:solidFill>
              </a:rPr>
              <a:t>예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en-US" altLang="ko-KR" b="1" dirty="0" err="1">
                <a:solidFill>
                  <a:srgbClr val="FF0000"/>
                </a:solidFill>
              </a:rPr>
              <a:t>jsp_lsu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en-US" altLang="ko-KR" b="1" dirty="0" err="1">
                <a:solidFill>
                  <a:srgbClr val="FF0000"/>
                </a:solidFill>
              </a:rPr>
              <a:t>jsp_kim</a:t>
            </a:r>
            <a:r>
              <a:rPr lang="en-US" altLang="ko-KR" b="1" dirty="0">
                <a:solidFill>
                  <a:srgbClr val="FF0000"/>
                </a:solidFill>
              </a:rPr>
              <a:t>, jsp_2023136001, ….</a:t>
            </a:r>
            <a:r>
              <a:rPr lang="ko-KR" altLang="en-US" b="1" dirty="0">
                <a:solidFill>
                  <a:srgbClr val="FF0000"/>
                </a:solidFill>
              </a:rPr>
              <a:t>등과 같이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이곳에 </a:t>
            </a:r>
            <a:r>
              <a:rPr lang="en-US" altLang="ko-KR" dirty="0"/>
              <a:t>JSP </a:t>
            </a:r>
            <a:r>
              <a:rPr lang="ko-KR" altLang="en-US" dirty="0"/>
              <a:t>관련 프로그램들을 설치할 것임</a:t>
            </a:r>
            <a:endParaRPr lang="en-US" altLang="ko-KR" dirty="0"/>
          </a:p>
          <a:p>
            <a:pPr lvl="2"/>
            <a:r>
              <a:rPr lang="en-US" altLang="ko-KR" dirty="0"/>
              <a:t>JSP </a:t>
            </a:r>
            <a:r>
              <a:rPr lang="ko-KR" altLang="en-US" dirty="0"/>
              <a:t>폴더에 </a:t>
            </a:r>
            <a:r>
              <a:rPr lang="en-US" altLang="ko-KR" dirty="0"/>
              <a:t>JDK </a:t>
            </a:r>
            <a:r>
              <a:rPr lang="ko-KR" altLang="en-US" dirty="0"/>
              <a:t>압축 파일 해제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74A74EB-5947-FEBB-46EC-EB96FCD7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781" y="3068960"/>
            <a:ext cx="2846491" cy="3420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256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124744"/>
            <a:ext cx="8305800" cy="5400600"/>
          </a:xfrm>
        </p:spPr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strike="sngStrike" dirty="0"/>
              <a:t>환경변수 설정 </a:t>
            </a:r>
            <a:r>
              <a:rPr lang="en-US" altLang="ko-KR" strike="sngStrike" dirty="0"/>
              <a:t>: </a:t>
            </a:r>
            <a:r>
              <a:rPr lang="ko-KR" altLang="en-US" strike="sngStrike" dirty="0"/>
              <a:t>두 가지 작업 필요</a:t>
            </a:r>
            <a:r>
              <a:rPr lang="en-US" altLang="ko-KR" strike="sngStrike" dirty="0"/>
              <a:t> </a:t>
            </a:r>
            <a:r>
              <a:rPr lang="en-US" altLang="ko-KR" strike="sngStrike" dirty="0">
                <a:sym typeface="Wingdings" panose="05000000000000000000" pitchFamily="2" charset="2"/>
              </a:rPr>
              <a:t> JDK</a:t>
            </a:r>
            <a:r>
              <a:rPr lang="ko-KR" altLang="en-US" strike="sngStrike" dirty="0">
                <a:sym typeface="Wingdings" panose="05000000000000000000" pitchFamily="2" charset="2"/>
              </a:rPr>
              <a:t>의 위치를 자바 애플리케이션에게 알려줌</a:t>
            </a:r>
            <a:endParaRPr lang="en-US" altLang="ko-KR" strike="sngStrike" dirty="0"/>
          </a:p>
          <a:p>
            <a:pPr lvl="2" fontAlgn="base"/>
            <a:r>
              <a:rPr lang="ko-KR" altLang="en-US" strike="sngStrike" dirty="0"/>
              <a:t>환경 변수 </a:t>
            </a:r>
            <a:r>
              <a:rPr lang="en-US" altLang="ko-KR" strike="sngStrike" dirty="0"/>
              <a:t>JAVA_HOME</a:t>
            </a:r>
            <a:r>
              <a:rPr lang="ko-KR" altLang="en-US" strike="sngStrike" dirty="0"/>
              <a:t>을 새로 만들어 </a:t>
            </a:r>
            <a:r>
              <a:rPr lang="en-US" altLang="ko-KR" strike="sngStrike" dirty="0"/>
              <a:t>JDK </a:t>
            </a:r>
            <a:r>
              <a:rPr lang="ko-KR" altLang="en-US" strike="sngStrike" dirty="0"/>
              <a:t>폴더로 설정</a:t>
            </a:r>
          </a:p>
          <a:p>
            <a:pPr lvl="2" fontAlgn="base"/>
            <a:r>
              <a:rPr lang="en-US" altLang="ko-KR" strike="sngStrike" dirty="0"/>
              <a:t>Path </a:t>
            </a:r>
            <a:r>
              <a:rPr lang="ko-KR" altLang="en-US" strike="sngStrike" dirty="0"/>
              <a:t>환경 변수에 </a:t>
            </a:r>
            <a:r>
              <a:rPr lang="en-US" altLang="ko-KR" strike="sngStrike" dirty="0"/>
              <a:t>JDK </a:t>
            </a:r>
            <a:r>
              <a:rPr lang="ko-KR" altLang="en-US" strike="sngStrike" dirty="0"/>
              <a:t>폴더 아래 있는 </a:t>
            </a:r>
            <a:r>
              <a:rPr lang="en-US" altLang="ko-KR" strike="sngStrike" dirty="0"/>
              <a:t>bin </a:t>
            </a:r>
            <a:r>
              <a:rPr lang="ko-KR" altLang="en-US" strike="sngStrike" dirty="0"/>
              <a:t>폴더를 추가</a:t>
            </a:r>
            <a:endParaRPr lang="en-US" altLang="ko-KR" strike="sngStrike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b="1" dirty="0">
                <a:solidFill>
                  <a:srgbClr val="FF0000"/>
                </a:solidFill>
              </a:rPr>
              <a:t>기존에 깔려 있던 자바 개발 환경에 영향을 줄 수 있으므로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이 작업은 하지 않고</a:t>
            </a:r>
            <a:r>
              <a:rPr lang="en-US" altLang="ko-KR" b="1" dirty="0">
                <a:solidFill>
                  <a:srgbClr val="FF0000"/>
                </a:solidFill>
              </a:rPr>
              <a:t>,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en-US" altLang="ko-KR" b="1" dirty="0">
                <a:solidFill>
                  <a:srgbClr val="FF0000"/>
                </a:solidFill>
              </a:rPr>
              <a:t>Tomcat </a:t>
            </a:r>
            <a:r>
              <a:rPr lang="ko-KR" altLang="en-US" b="1" dirty="0">
                <a:solidFill>
                  <a:srgbClr val="FF0000"/>
                </a:solidFill>
              </a:rPr>
              <a:t>설정을 수정하여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새로 설치한 </a:t>
            </a:r>
            <a:r>
              <a:rPr lang="en-US" altLang="ko-KR" b="1" dirty="0">
                <a:solidFill>
                  <a:srgbClr val="FF0000"/>
                </a:solidFill>
              </a:rPr>
              <a:t>JDK</a:t>
            </a:r>
            <a:r>
              <a:rPr lang="ko-KR" altLang="en-US" b="1" dirty="0">
                <a:solidFill>
                  <a:srgbClr val="FF0000"/>
                </a:solidFill>
              </a:rPr>
              <a:t>를 인식시킬 것임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86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 fontAlgn="base"/>
            <a:r>
              <a:rPr lang="ko-KR" altLang="en-US" dirty="0"/>
              <a:t>환경변수 설정 창 띄우기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9217" name="_x328223544" descr="EMB0001735052f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48880"/>
            <a:ext cx="2757488" cy="214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_x328222752" descr="EMB0001735052f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615" y="2204864"/>
            <a:ext cx="4484688" cy="40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66445B-52D7-4875-95A2-9073D3B72F2D}"/>
              </a:ext>
            </a:extLst>
          </p:cNvPr>
          <p:cNvCxnSpPr>
            <a:cxnSpLocks/>
          </p:cNvCxnSpPr>
          <p:nvPr/>
        </p:nvCxnSpPr>
        <p:spPr>
          <a:xfrm flipV="1">
            <a:off x="0" y="872716"/>
            <a:ext cx="9062283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3015F5D-A927-45A2-A13B-F39EFFA96247}"/>
              </a:ext>
            </a:extLst>
          </p:cNvPr>
          <p:cNvCxnSpPr/>
          <p:nvPr/>
        </p:nvCxnSpPr>
        <p:spPr>
          <a:xfrm>
            <a:off x="81717" y="872716"/>
            <a:ext cx="8980566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07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 fontAlgn="base"/>
            <a:r>
              <a:rPr lang="ko-KR" altLang="en-US" dirty="0"/>
              <a:t>환경 변수 </a:t>
            </a:r>
            <a:r>
              <a:rPr lang="en-US" altLang="ko-KR" dirty="0"/>
              <a:t>JAVA_HOME</a:t>
            </a:r>
            <a:r>
              <a:rPr lang="ko-KR" altLang="en-US" dirty="0"/>
              <a:t>을 새로 만들어 </a:t>
            </a:r>
            <a:r>
              <a:rPr lang="en-US" altLang="ko-KR" dirty="0"/>
              <a:t>JDK </a:t>
            </a:r>
            <a:r>
              <a:rPr lang="ko-KR" altLang="en-US" dirty="0"/>
              <a:t>폴더로 설정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9221" name="_x328222320" descr="EMB0001735052f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97337"/>
            <a:ext cx="3877513" cy="366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_x329537032" descr="EMB0001735052f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308" y="2346022"/>
            <a:ext cx="4752975" cy="397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3AA0612-2D5D-4D9D-8126-7D913E998760}"/>
              </a:ext>
            </a:extLst>
          </p:cNvPr>
          <p:cNvCxnSpPr>
            <a:cxnSpLocks/>
          </p:cNvCxnSpPr>
          <p:nvPr/>
        </p:nvCxnSpPr>
        <p:spPr>
          <a:xfrm flipV="1">
            <a:off x="0" y="872716"/>
            <a:ext cx="9062283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60D1194-6B98-4B1D-AA26-13FEBEA7AF80}"/>
              </a:ext>
            </a:extLst>
          </p:cNvPr>
          <p:cNvCxnSpPr/>
          <p:nvPr/>
        </p:nvCxnSpPr>
        <p:spPr>
          <a:xfrm>
            <a:off x="81717" y="872716"/>
            <a:ext cx="8980566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86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JDK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 fontAlgn="base"/>
            <a:r>
              <a:rPr lang="en-US" altLang="ko-KR" dirty="0"/>
              <a:t>Path </a:t>
            </a:r>
            <a:r>
              <a:rPr lang="ko-KR" altLang="en-US" dirty="0"/>
              <a:t>환경 변수에 </a:t>
            </a:r>
            <a:r>
              <a:rPr lang="en-US" altLang="ko-KR" dirty="0"/>
              <a:t>JDK </a:t>
            </a:r>
            <a:r>
              <a:rPr lang="ko-KR" altLang="en-US" dirty="0"/>
              <a:t>폴더 아래 있는 </a:t>
            </a:r>
            <a:r>
              <a:rPr lang="en-US" altLang="ko-KR" dirty="0"/>
              <a:t>bin </a:t>
            </a:r>
            <a:r>
              <a:rPr lang="ko-KR" altLang="en-US" dirty="0"/>
              <a:t>폴더를 추가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11265" name="_x329536672" descr="EMB0001735052f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67" y="2430958"/>
            <a:ext cx="3915014" cy="369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_x329536456" descr="EMB0001735052f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76872"/>
            <a:ext cx="3959225" cy="384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E1241EE-ABCC-4F82-8701-9A8106DCCCE5}"/>
              </a:ext>
            </a:extLst>
          </p:cNvPr>
          <p:cNvCxnSpPr>
            <a:cxnSpLocks/>
          </p:cNvCxnSpPr>
          <p:nvPr/>
        </p:nvCxnSpPr>
        <p:spPr>
          <a:xfrm flipV="1">
            <a:off x="0" y="872716"/>
            <a:ext cx="9062283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86E2F9D-D235-4224-A19A-FE8103A62CDF}"/>
              </a:ext>
            </a:extLst>
          </p:cNvPr>
          <p:cNvCxnSpPr/>
          <p:nvPr/>
        </p:nvCxnSpPr>
        <p:spPr>
          <a:xfrm>
            <a:off x="81717" y="872716"/>
            <a:ext cx="8980566" cy="579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561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21F8BD9-A6E2-F379-620A-E04F896B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39" y="1646054"/>
            <a:ext cx="5430050" cy="4893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톰캣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http://tomcat.apache.org/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zip </a:t>
            </a:r>
            <a:r>
              <a:rPr lang="ko-KR" altLang="en-US" dirty="0"/>
              <a:t>파일 다운로드</a:t>
            </a:r>
            <a:r>
              <a:rPr lang="en-US" altLang="ko-KR" dirty="0"/>
              <a:t>,</a:t>
            </a:r>
            <a:r>
              <a:rPr lang="ko-KR" altLang="en-US" dirty="0"/>
              <a:t> 압축 해제</a:t>
            </a:r>
            <a:r>
              <a:rPr lang="en-US" altLang="ko-KR" dirty="0"/>
              <a:t>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4C80257-28BA-436E-B940-EC488D64A803}"/>
              </a:ext>
            </a:extLst>
          </p:cNvPr>
          <p:cNvSpPr/>
          <p:nvPr/>
        </p:nvSpPr>
        <p:spPr>
          <a:xfrm>
            <a:off x="1403648" y="3861048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E62DFE5-58FA-4B73-9402-B41109710D34}"/>
              </a:ext>
            </a:extLst>
          </p:cNvPr>
          <p:cNvSpPr/>
          <p:nvPr/>
        </p:nvSpPr>
        <p:spPr>
          <a:xfrm>
            <a:off x="2843808" y="6165304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4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톰캣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톰캣</a:t>
            </a:r>
            <a:r>
              <a:rPr lang="ko-KR" altLang="en-US" dirty="0"/>
              <a:t> 설치 후 폴더 구조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B7AEFE-2F84-EEAD-FB66-00B616105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348880"/>
            <a:ext cx="2664296" cy="40830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5944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B3A5817-0E03-43BB-99D8-1EF530F7B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5" y="3411920"/>
            <a:ext cx="8165961" cy="3077420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29E02F64-1A1F-474E-B450-40421FC2771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5696" y="5704894"/>
            <a:ext cx="3744416" cy="28361"/>
          </a:xfrm>
          <a:prstGeom prst="bentConnector3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톰캣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 : </a:t>
            </a:r>
            <a:r>
              <a:rPr lang="ko-KR" altLang="en-US" dirty="0" err="1"/>
              <a:t>톰캣이</a:t>
            </a:r>
            <a:r>
              <a:rPr lang="ko-KR" altLang="en-US" dirty="0"/>
              <a:t> </a:t>
            </a:r>
            <a:r>
              <a:rPr lang="en-US" altLang="ko-KR" dirty="0"/>
              <a:t>JDK </a:t>
            </a:r>
            <a:r>
              <a:rPr lang="ko-KR" altLang="en-US" dirty="0"/>
              <a:t>위치를 알 수 있도록 설정</a:t>
            </a:r>
            <a:endParaRPr lang="en-US" altLang="ko-KR" dirty="0"/>
          </a:p>
          <a:p>
            <a:pPr lvl="1"/>
            <a:r>
              <a:rPr lang="en-US" altLang="ko-KR" dirty="0"/>
              <a:t>c:\jsp\apache-tomcat-11.0.10\</a:t>
            </a:r>
            <a:r>
              <a:rPr lang="en-US" altLang="ko-KR" dirty="0">
                <a:solidFill>
                  <a:srgbClr val="FF0000"/>
                </a:solidFill>
              </a:rPr>
              <a:t>bin</a:t>
            </a:r>
            <a:r>
              <a:rPr lang="en-US" altLang="ko-KR" dirty="0"/>
              <a:t> </a:t>
            </a:r>
            <a:r>
              <a:rPr lang="ko-KR" altLang="en-US" dirty="0"/>
              <a:t>폴더의 </a:t>
            </a:r>
            <a:r>
              <a:rPr lang="en-US" altLang="ko-KR" dirty="0"/>
              <a:t>startup.bat </a:t>
            </a:r>
            <a:r>
              <a:rPr lang="ko-KR" altLang="en-US" dirty="0"/>
              <a:t>파일에 코드 추가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톰캣에게</a:t>
            </a:r>
            <a:r>
              <a:rPr lang="en-US" altLang="ko-KR" dirty="0">
                <a:sym typeface="Wingdings" panose="05000000000000000000" pitchFamily="2" charset="2"/>
              </a:rPr>
              <a:t> JDK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위치를 알려줌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추가하는 코드의 </a:t>
            </a:r>
            <a:r>
              <a:rPr lang="en-US" altLang="ko-KR" dirty="0">
                <a:sym typeface="Wingdings" panose="05000000000000000000" pitchFamily="2" charset="2"/>
              </a:rPr>
              <a:t>1, 2</a:t>
            </a:r>
            <a:r>
              <a:rPr lang="ko-KR" altLang="en-US" dirty="0">
                <a:sym typeface="Wingdings" panose="05000000000000000000" pitchFamily="2" charset="2"/>
              </a:rPr>
              <a:t>번째 행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톰캣</a:t>
            </a:r>
            <a:r>
              <a:rPr lang="ko-KR" altLang="en-US" dirty="0">
                <a:sym typeface="Wingdings" panose="05000000000000000000" pitchFamily="2" charset="2"/>
              </a:rPr>
              <a:t> 실행 시 메시지 출력을 영어로 하도록 함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추가하는 코드의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번째 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i="1" dirty="0">
                <a:sym typeface="Wingdings" panose="05000000000000000000" pitchFamily="2" charset="2"/>
              </a:rPr>
              <a:t>이 설정은 </a:t>
            </a:r>
            <a:r>
              <a:rPr lang="en-US" altLang="ko-KR" i="1" dirty="0">
                <a:sym typeface="Wingdings" panose="05000000000000000000" pitchFamily="2" charset="2"/>
              </a:rPr>
              <a:t>Eclipse</a:t>
            </a:r>
            <a:r>
              <a:rPr lang="ko-KR" altLang="en-US" i="1" dirty="0">
                <a:sym typeface="Wingdings" panose="05000000000000000000" pitchFamily="2" charset="2"/>
              </a:rPr>
              <a:t>를 사용할 때는 불필요</a:t>
            </a:r>
            <a:r>
              <a:rPr lang="en-US" altLang="ko-KR" i="1" dirty="0">
                <a:sym typeface="Wingdings" panose="05000000000000000000" pitchFamily="2" charset="2"/>
              </a:rPr>
              <a:t>. </a:t>
            </a:r>
            <a:r>
              <a:rPr lang="ko-KR" altLang="en-US" i="1" dirty="0">
                <a:sym typeface="Wingdings" panose="05000000000000000000" pitchFamily="2" charset="2"/>
              </a:rPr>
              <a:t>우리가 직접 </a:t>
            </a:r>
            <a:r>
              <a:rPr lang="ko-KR" altLang="en-US" i="1" dirty="0" err="1">
                <a:sym typeface="Wingdings" panose="05000000000000000000" pitchFamily="2" charset="2"/>
              </a:rPr>
              <a:t>톰캣을</a:t>
            </a:r>
            <a:r>
              <a:rPr lang="ko-KR" altLang="en-US" i="1" dirty="0">
                <a:sym typeface="Wingdings" panose="05000000000000000000" pitchFamily="2" charset="2"/>
              </a:rPr>
              <a:t> 실행할 때만 필요함</a:t>
            </a:r>
            <a:r>
              <a:rPr lang="en-US" altLang="ko-KR" i="1" dirty="0">
                <a:sym typeface="Wingdings" panose="05000000000000000000" pitchFamily="2" charset="2"/>
              </a:rPr>
              <a:t>.</a:t>
            </a:r>
            <a:endParaRPr lang="en-US" altLang="ko-KR" i="1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091130-CCA1-4345-ADA8-C4A763AA0A18}"/>
              </a:ext>
            </a:extLst>
          </p:cNvPr>
          <p:cNvSpPr/>
          <p:nvPr/>
        </p:nvSpPr>
        <p:spPr>
          <a:xfrm>
            <a:off x="3599384" y="4925622"/>
            <a:ext cx="5544616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set "JAVA_HOME=C:\</a:t>
            </a:r>
            <a:r>
              <a:rPr lang="en-US" altLang="ko-KR" sz="1600" b="1" u="sng" dirty="0" err="1">
                <a:latin typeface="Consolas" panose="020B0609020204030204" pitchFamily="49" charset="0"/>
                <a:ea typeface="D2Coding" panose="020B0609020101020101" pitchFamily="49" charset="-127"/>
              </a:rPr>
              <a:t>jsp</a:t>
            </a:r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\jdk-24.0.2"</a:t>
            </a:r>
          </a:p>
          <a:p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set "PATH=%PATH%;%JAVA_HOME%\bin"</a:t>
            </a:r>
          </a:p>
          <a:p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set "JAVA_OPTS=%JAVA_OPTS% -</a:t>
            </a:r>
            <a:r>
              <a:rPr lang="en-US" altLang="ko-KR" sz="1600" dirty="0" err="1">
                <a:latin typeface="Consolas" panose="020B0609020204030204" pitchFamily="49" charset="0"/>
                <a:ea typeface="D2Coding" panose="020B0609020101020101" pitchFamily="49" charset="-127"/>
              </a:rPr>
              <a:t>Duser.language</a:t>
            </a:r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Consolas" panose="020B0609020204030204" pitchFamily="49" charset="0"/>
                <a:ea typeface="D2Coding" panose="020B0609020101020101" pitchFamily="49" charset="-127"/>
              </a:rPr>
              <a:t>en</a:t>
            </a:r>
            <a:r>
              <a:rPr lang="en-US" altLang="ko-KR" sz="1600" dirty="0">
                <a:latin typeface="Consolas" panose="020B0609020204030204" pitchFamily="49" charset="0"/>
                <a:ea typeface="D2Coding" panose="020B0609020101020101" pitchFamily="49" charset="-127"/>
              </a:rPr>
              <a:t>"</a:t>
            </a:r>
            <a:endParaRPr lang="ko-KR" altLang="en-US" sz="1600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  <p:sp>
        <p:nvSpPr>
          <p:cNvPr id="5" name="설명선: 선 4">
            <a:extLst>
              <a:ext uri="{FF2B5EF4-FFF2-40B4-BE49-F238E27FC236}">
                <a16:creationId xmlns:a16="http://schemas.microsoft.com/office/drawing/2014/main" id="{0E71A2FE-3E46-916C-3274-AA12C4113580}"/>
              </a:ext>
            </a:extLst>
          </p:cNvPr>
          <p:cNvSpPr/>
          <p:nvPr/>
        </p:nvSpPr>
        <p:spPr>
          <a:xfrm>
            <a:off x="6393177" y="4169538"/>
            <a:ext cx="2520280" cy="504056"/>
          </a:xfrm>
          <a:prstGeom prst="borderCallout1">
            <a:avLst>
              <a:gd name="adj1" fmla="val 48653"/>
              <a:gd name="adj2" fmla="val -36"/>
              <a:gd name="adj3" fmla="val 178442"/>
              <a:gd name="adj4" fmla="val -201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200"/>
            <a:r>
              <a:rPr lang="ko-KR" altLang="en-US" sz="1400" dirty="0">
                <a:latin typeface="+mn-ea"/>
              </a:rPr>
              <a:t>본인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jsp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개발환경 폴더 이름</a:t>
            </a:r>
          </a:p>
        </p:txBody>
      </p:sp>
    </p:spTree>
    <p:extLst>
      <p:ext uri="{BB962C8B-B14F-4D97-AF65-F5344CB8AC3E}">
        <p14:creationId xmlns:p14="http://schemas.microsoft.com/office/powerpoint/2010/main" val="2452109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A26C-20B3-0C02-36E1-ABF4D34B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54B2B-87C0-47DF-35D8-DCE3D537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1.2 JSP </a:t>
            </a:r>
            <a:r>
              <a:rPr lang="ko-KR" altLang="en-US" dirty="0"/>
              <a:t>실행 환경 구축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FF73B38-1860-3815-34D3-50CB697C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톰캣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 : </a:t>
            </a:r>
            <a:r>
              <a:rPr lang="ko-KR" altLang="en-US" dirty="0"/>
              <a:t>교재와</a:t>
            </a:r>
            <a:r>
              <a:rPr lang="en-US" altLang="ko-KR" dirty="0"/>
              <a:t> </a:t>
            </a:r>
            <a:r>
              <a:rPr lang="ko-KR" altLang="en-US" dirty="0"/>
              <a:t>다른 부분</a:t>
            </a:r>
            <a:endParaRPr lang="en-US" altLang="ko-KR" dirty="0"/>
          </a:p>
          <a:p>
            <a:pPr lvl="1"/>
            <a:r>
              <a:rPr lang="ko-KR" altLang="en-US" dirty="0" err="1"/>
              <a:t>톰캣의</a:t>
            </a:r>
            <a:r>
              <a:rPr lang="ko-KR" altLang="en-US" dirty="0"/>
              <a:t> 디폴트 </a:t>
            </a:r>
            <a:r>
              <a:rPr lang="en-US" altLang="ko-KR" dirty="0"/>
              <a:t>TCP </a:t>
            </a:r>
            <a:r>
              <a:rPr lang="ko-KR" altLang="en-US" dirty="0"/>
              <a:t>포트는 </a:t>
            </a:r>
            <a:r>
              <a:rPr lang="en-US" altLang="ko-KR" dirty="0">
                <a:solidFill>
                  <a:srgbClr val="FF0000"/>
                </a:solidFill>
              </a:rPr>
              <a:t>8080</a:t>
            </a:r>
            <a:r>
              <a:rPr lang="en-US" altLang="ko-KR" dirty="0"/>
              <a:t> : PC</a:t>
            </a:r>
            <a:r>
              <a:rPr lang="ko-KR" altLang="en-US" dirty="0"/>
              <a:t>실 관리 프로그램인 </a:t>
            </a:r>
            <a:r>
              <a:rPr lang="en-US" altLang="ko-KR" dirty="0" err="1"/>
              <a:t>SCMate</a:t>
            </a:r>
            <a:r>
              <a:rPr lang="ko-KR" altLang="en-US" dirty="0"/>
              <a:t>와 충돌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톰캣이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8090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포트를 사용하도록 변경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c:\jsp\apache-tomcat-11.0.10\</a:t>
            </a:r>
            <a:r>
              <a:rPr lang="en-US" altLang="ko-KR" dirty="0">
                <a:solidFill>
                  <a:srgbClr val="FF0000"/>
                </a:solidFill>
              </a:rPr>
              <a:t>conf</a:t>
            </a:r>
            <a:r>
              <a:rPr lang="en-US" altLang="ko-KR" dirty="0">
                <a:solidFill>
                  <a:schemeClr val="tx1"/>
                </a:solidFill>
              </a:rPr>
              <a:t>\</a:t>
            </a:r>
            <a:r>
              <a:rPr lang="en-US" altLang="ko-KR" dirty="0">
                <a:solidFill>
                  <a:srgbClr val="FF0000"/>
                </a:solidFill>
              </a:rPr>
              <a:t>server.xml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파일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수정</a:t>
            </a:r>
            <a:endParaRPr lang="en-US" altLang="ko-KR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6C995-8E9F-22BB-43E8-B44ADA7C4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EFC28E-E9AA-2AD2-99B7-95ABAF14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005064"/>
            <a:ext cx="6751027" cy="1584176"/>
          </a:xfrm>
          <a:prstGeom prst="rect">
            <a:avLst/>
          </a:prstGeom>
        </p:spPr>
      </p:pic>
      <p:sp>
        <p:nvSpPr>
          <p:cNvPr id="9" name="설명선: 선 8">
            <a:extLst>
              <a:ext uri="{FF2B5EF4-FFF2-40B4-BE49-F238E27FC236}">
                <a16:creationId xmlns:a16="http://schemas.microsoft.com/office/drawing/2014/main" id="{80236381-9EA3-9C4F-86C4-951675D8913F}"/>
              </a:ext>
            </a:extLst>
          </p:cNvPr>
          <p:cNvSpPr/>
          <p:nvPr/>
        </p:nvSpPr>
        <p:spPr>
          <a:xfrm>
            <a:off x="4491129" y="3176972"/>
            <a:ext cx="2520280" cy="504056"/>
          </a:xfrm>
          <a:prstGeom prst="borderCallout1">
            <a:avLst>
              <a:gd name="adj1" fmla="val 48653"/>
              <a:gd name="adj2" fmla="val -36"/>
              <a:gd name="adj3" fmla="val 178442"/>
              <a:gd name="adj4" fmla="val -201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200"/>
            <a:r>
              <a:rPr lang="en-US" altLang="ko-KR" sz="1400" dirty="0">
                <a:latin typeface="+mn-ea"/>
              </a:rPr>
              <a:t>8090</a:t>
            </a:r>
            <a:r>
              <a:rPr lang="ko-KR" altLang="en-US" sz="1400" dirty="0">
                <a:latin typeface="+mn-ea"/>
              </a:rPr>
              <a:t>으로 수정하고 저장</a:t>
            </a:r>
          </a:p>
        </p:txBody>
      </p:sp>
    </p:spTree>
    <p:extLst>
      <p:ext uri="{BB962C8B-B14F-4D97-AF65-F5344CB8AC3E}">
        <p14:creationId xmlns:p14="http://schemas.microsoft.com/office/powerpoint/2010/main" val="147895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1.3 </a:t>
            </a:r>
            <a:r>
              <a:rPr lang="ko-KR" altLang="en-US" dirty="0"/>
              <a:t>실행 환경 테스트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프로그램 입력 및 저장 </a:t>
            </a:r>
            <a:endParaRPr lang="en-US" altLang="ko-KR" dirty="0"/>
          </a:p>
          <a:p>
            <a:pPr lvl="1"/>
            <a:r>
              <a:rPr lang="ko-KR" altLang="en-US" dirty="0"/>
              <a:t>아래 프로그램</a:t>
            </a:r>
            <a:r>
              <a:rPr lang="en-US" altLang="ko-KR" dirty="0"/>
              <a:t>을 </a:t>
            </a:r>
            <a:r>
              <a:rPr lang="ko-KR" altLang="en-US" dirty="0"/>
              <a:t>입력하고 </a:t>
            </a:r>
            <a:r>
              <a:rPr lang="en-US" altLang="ko-KR" dirty="0"/>
              <a:t>1-1.jsp라는 </a:t>
            </a:r>
            <a:r>
              <a:rPr lang="en-US" altLang="ko-KR" dirty="0" err="1"/>
              <a:t>이름으로</a:t>
            </a:r>
            <a:r>
              <a:rPr lang="en-US" altLang="ko-KR" dirty="0"/>
              <a:t> </a:t>
            </a:r>
            <a:r>
              <a:rPr lang="en-US" altLang="ko-KR" dirty="0" err="1"/>
              <a:t>저장</a:t>
            </a:r>
            <a:r>
              <a:rPr lang="en-US" altLang="ko-KR" dirty="0"/>
              <a:t> : </a:t>
            </a:r>
            <a:r>
              <a:rPr lang="ko-KR" altLang="en-US" dirty="0"/>
              <a:t>메모장 사용해도 됨</a:t>
            </a:r>
            <a:endParaRPr lang="en-US" altLang="ko-KR" dirty="0"/>
          </a:p>
          <a:p>
            <a:pPr lvl="1"/>
            <a:r>
              <a:rPr lang="en-US" altLang="ko-KR" dirty="0" err="1"/>
              <a:t>반드시</a:t>
            </a:r>
            <a:r>
              <a:rPr lang="en-US" altLang="ko-KR" dirty="0"/>
              <a:t> C:\jsp\apache-tomcat-11.0.10\</a:t>
            </a:r>
            <a:r>
              <a:rPr lang="en-US" altLang="ko-KR" dirty="0">
                <a:solidFill>
                  <a:srgbClr val="FF0000"/>
                </a:solidFill>
              </a:rPr>
              <a:t>webapps\ROOT</a:t>
            </a:r>
            <a:r>
              <a:rPr lang="en-US" altLang="ko-KR" dirty="0"/>
              <a:t>에 </a:t>
            </a:r>
            <a:r>
              <a:rPr lang="en-US" altLang="ko-KR" dirty="0" err="1"/>
              <a:t>저장</a:t>
            </a:r>
            <a:r>
              <a:rPr lang="ko-KR" altLang="en-US" dirty="0"/>
              <a:t>할 것</a:t>
            </a:r>
            <a:endParaRPr lang="en-US" altLang="ko-KR" dirty="0"/>
          </a:p>
          <a:p>
            <a:pPr lvl="2"/>
            <a:r>
              <a:rPr lang="en-US" altLang="ko-KR" dirty="0" err="1"/>
              <a:t>다른</a:t>
            </a:r>
            <a:r>
              <a:rPr lang="en-US" altLang="ko-KR" dirty="0"/>
              <a:t> </a:t>
            </a:r>
            <a:r>
              <a:rPr lang="en-US" altLang="ko-KR" dirty="0" err="1"/>
              <a:t>폴더에</a:t>
            </a:r>
            <a:r>
              <a:rPr lang="en-US" altLang="ko-KR" dirty="0"/>
              <a:t> 이 </a:t>
            </a:r>
            <a:r>
              <a:rPr lang="en-US" altLang="ko-KR" dirty="0" err="1"/>
              <a:t>파일을</a:t>
            </a:r>
            <a:r>
              <a:rPr lang="en-US" altLang="ko-KR" dirty="0"/>
              <a:t> </a:t>
            </a:r>
            <a:r>
              <a:rPr lang="en-US" altLang="ko-KR" dirty="0" err="1"/>
              <a:t>저장하면</a:t>
            </a:r>
            <a:r>
              <a:rPr lang="en-US" altLang="ko-KR" dirty="0"/>
              <a:t> </a:t>
            </a:r>
            <a:r>
              <a:rPr lang="en-US" altLang="ko-KR" dirty="0" err="1"/>
              <a:t>톰캣이</a:t>
            </a:r>
            <a:r>
              <a:rPr lang="en-US" altLang="ko-KR" dirty="0"/>
              <a:t> </a:t>
            </a:r>
            <a:r>
              <a:rPr lang="en-US" altLang="ko-KR" dirty="0" err="1"/>
              <a:t>찾지</a:t>
            </a:r>
            <a:r>
              <a:rPr lang="en-US" altLang="ko-KR" dirty="0"/>
              <a:t> 못</a:t>
            </a:r>
            <a:r>
              <a:rPr lang="ko-KR" altLang="en-US" dirty="0"/>
              <a:t>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755576" y="3573016"/>
            <a:ext cx="7333828" cy="2660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1-1]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톰캣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시험용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프로그램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(1-1.jsp)</a:t>
            </a:r>
          </a:p>
          <a:p>
            <a:pPr fontAlgn="base">
              <a:lnSpc>
                <a:spcPct val="120000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&lt;!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doctype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out.println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("Hello JSP");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43970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1.3 </a:t>
            </a:r>
            <a:r>
              <a:rPr lang="ko-KR" altLang="en-US" dirty="0"/>
              <a:t>실행 환경 테스트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톰캣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1" fontAlgn="base"/>
            <a:r>
              <a:rPr lang="ko-KR" altLang="en-US" dirty="0"/>
              <a:t>윈도우 </a:t>
            </a:r>
            <a:r>
              <a:rPr lang="ko-KR" altLang="en-US" b="1" dirty="0">
                <a:solidFill>
                  <a:srgbClr val="FF0000"/>
                </a:solidFill>
              </a:rPr>
              <a:t>파일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탐색기</a:t>
            </a:r>
            <a:r>
              <a:rPr lang="ko-KR" altLang="en-US" dirty="0"/>
              <a:t>를 열고 </a:t>
            </a:r>
            <a:r>
              <a:rPr lang="ko-KR" altLang="en-US" dirty="0" err="1"/>
              <a:t>톰캣</a:t>
            </a:r>
            <a:r>
              <a:rPr lang="ko-KR" altLang="en-US" dirty="0"/>
              <a:t> 시작 파일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startup.bat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b="1" dirty="0">
                <a:solidFill>
                  <a:srgbClr val="FF0000"/>
                </a:solidFill>
              </a:rPr>
              <a:t>더블클릭</a:t>
            </a:r>
            <a:r>
              <a:rPr lang="ko-KR" altLang="en-US" dirty="0"/>
              <a:t>해서 실행</a:t>
            </a:r>
          </a:p>
          <a:p>
            <a:pPr lvl="2" fontAlgn="base"/>
            <a:r>
              <a:rPr lang="en-US" altLang="ko-KR" dirty="0"/>
              <a:t>C:\jsp\apache-tomcat-11.0.10\bin\startup.bat</a:t>
            </a:r>
          </a:p>
          <a:p>
            <a:pPr lvl="1" fontAlgn="base"/>
            <a:r>
              <a:rPr lang="ko-KR" altLang="en-US" dirty="0"/>
              <a:t>아래 창이 떠 있어야 </a:t>
            </a:r>
            <a:r>
              <a:rPr lang="ko-KR" altLang="en-US" dirty="0" err="1"/>
              <a:t>톰캣이</a:t>
            </a:r>
            <a:r>
              <a:rPr lang="ko-KR" altLang="en-US" dirty="0"/>
              <a:t> 동작 중인 상태임 </a:t>
            </a:r>
            <a:r>
              <a:rPr lang="en-US" altLang="ko-KR" dirty="0"/>
              <a:t>: </a:t>
            </a:r>
            <a:r>
              <a:rPr lang="ko-KR" altLang="en-US" dirty="0"/>
              <a:t>창을 닫으면 서버가 종료됨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311851-BDEE-43DA-9BB9-6BCAC793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140968"/>
            <a:ext cx="6228184" cy="325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12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1.3 </a:t>
            </a:r>
            <a:r>
              <a:rPr lang="ko-KR" altLang="en-US" dirty="0"/>
              <a:t>실행 환경 테스트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프로그램 실행</a:t>
            </a:r>
            <a:endParaRPr lang="en-US" altLang="ko-KR" dirty="0"/>
          </a:p>
          <a:p>
            <a:pPr lvl="1" fontAlgn="base"/>
            <a:r>
              <a:rPr lang="ko-KR" altLang="en-US" dirty="0"/>
              <a:t>웹 브라우저를 열고 </a:t>
            </a:r>
            <a:r>
              <a:rPr lang="ko-KR" altLang="en-US" dirty="0" err="1"/>
              <a:t>주소창에</a:t>
            </a:r>
            <a:r>
              <a:rPr lang="ko-KR" altLang="en-US" dirty="0"/>
              <a:t> 다음과 같은 </a:t>
            </a:r>
            <a:r>
              <a:rPr lang="en-US" altLang="ko-KR" dirty="0"/>
              <a:t>URL</a:t>
            </a:r>
            <a:r>
              <a:rPr lang="ko-KR" altLang="en-US" dirty="0"/>
              <a:t>을 입력한 뒤 </a:t>
            </a:r>
            <a:r>
              <a:rPr lang="ko-KR" altLang="en-US" dirty="0" err="1"/>
              <a:t>엔터</a:t>
            </a:r>
            <a:endParaRPr lang="ko-KR" altLang="en-US" dirty="0"/>
          </a:p>
          <a:p>
            <a:pPr lvl="2" fontAlgn="base"/>
            <a:r>
              <a:rPr lang="en-US" altLang="ko-KR" dirty="0"/>
              <a:t>http://localhost:8090/1-1.jsp </a:t>
            </a:r>
            <a:endParaRPr lang="ko-KR" altLang="en-US" dirty="0"/>
          </a:p>
          <a:p>
            <a:pPr lvl="1" fontAlgn="base"/>
            <a:r>
              <a:rPr lang="ko-KR" altLang="en-US" dirty="0"/>
              <a:t>화면에 “</a:t>
            </a:r>
            <a:r>
              <a:rPr lang="en-US" altLang="ko-KR" dirty="0"/>
              <a:t>Hello JSP”</a:t>
            </a:r>
            <a:r>
              <a:rPr lang="ko-KR" altLang="en-US" dirty="0"/>
              <a:t>라는 글귀가 보이면</a:t>
            </a:r>
            <a:r>
              <a:rPr lang="en-US" altLang="ko-KR" dirty="0"/>
              <a:t>, </a:t>
            </a:r>
            <a:r>
              <a:rPr lang="ko-KR" altLang="en-US" dirty="0" err="1"/>
              <a:t>톰캣이</a:t>
            </a:r>
            <a:r>
              <a:rPr lang="ko-KR" altLang="en-US" dirty="0"/>
              <a:t> 정상적으로 잘 동작하는 것임</a:t>
            </a:r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en-US" altLang="ko-KR" dirty="0"/>
              <a:t>localhost </a:t>
            </a:r>
            <a:r>
              <a:rPr lang="ko-KR" altLang="en-US" dirty="0"/>
              <a:t>또는 </a:t>
            </a:r>
            <a:r>
              <a:rPr lang="en-US" altLang="ko-KR" dirty="0"/>
              <a:t>127.0.0.1</a:t>
            </a:r>
            <a:r>
              <a:rPr lang="ko-KR" altLang="en-US" dirty="0"/>
              <a:t>은 내가 사용하고 있는 컴퓨터</a:t>
            </a:r>
            <a:r>
              <a:rPr lang="en-US" altLang="ko-KR" dirty="0"/>
              <a:t>(</a:t>
            </a:r>
            <a:r>
              <a:rPr lang="ko-KR" altLang="en-US" dirty="0"/>
              <a:t>이 상황에서는 웹 브라우저가 실행되고 있는 컴퓨터</a:t>
            </a:r>
            <a:r>
              <a:rPr lang="en-US" altLang="ko-KR" dirty="0"/>
              <a:t>)</a:t>
            </a:r>
            <a:r>
              <a:rPr lang="ko-KR" altLang="en-US" dirty="0"/>
              <a:t>를 가리키는 특별한 </a:t>
            </a:r>
            <a:r>
              <a:rPr lang="ko-KR" altLang="en-US" dirty="0" err="1"/>
              <a:t>호스트명과</a:t>
            </a:r>
            <a:r>
              <a:rPr lang="ko-KR" altLang="en-US" dirty="0"/>
              <a:t> </a:t>
            </a:r>
            <a:r>
              <a:rPr lang="en-US" altLang="ko-KR" dirty="0"/>
              <a:t>IP </a:t>
            </a:r>
            <a:r>
              <a:rPr lang="ko-KR" altLang="en-US" dirty="0"/>
              <a:t>주소</a:t>
            </a:r>
            <a:r>
              <a:rPr lang="en-US" altLang="ko-KR" dirty="0"/>
              <a:t> </a:t>
            </a:r>
            <a:endParaRPr lang="ko-KR" altLang="en-US" dirty="0"/>
          </a:p>
          <a:p>
            <a:pPr lvl="1" fontAlgn="base"/>
            <a:r>
              <a:rPr lang="en-US" altLang="ko-KR" dirty="0"/>
              <a:t>localhost</a:t>
            </a:r>
            <a:r>
              <a:rPr lang="ko-KR" altLang="en-US" dirty="0"/>
              <a:t>뒤에 있는 “</a:t>
            </a:r>
            <a:r>
              <a:rPr lang="en-US" altLang="ko-KR" dirty="0"/>
              <a:t>:8090”</a:t>
            </a:r>
            <a:r>
              <a:rPr lang="ko-KR" altLang="en-US" dirty="0"/>
              <a:t>은 </a:t>
            </a:r>
            <a:r>
              <a:rPr lang="en-US" altLang="ko-KR" dirty="0"/>
              <a:t>TCP/IP </a:t>
            </a:r>
            <a:r>
              <a:rPr lang="ko-KR" altLang="en-US" dirty="0"/>
              <a:t>포트 번호를 의미</a:t>
            </a:r>
            <a:endParaRPr lang="en-US" altLang="ko-KR" dirty="0"/>
          </a:p>
          <a:p>
            <a:pPr lvl="2" fontAlgn="base"/>
            <a:r>
              <a:rPr lang="ko-KR" altLang="en-US" dirty="0"/>
              <a:t>본래 웹</a:t>
            </a:r>
            <a:r>
              <a:rPr lang="en-US" altLang="ko-KR" dirty="0"/>
              <a:t>(HTTP </a:t>
            </a:r>
            <a:r>
              <a:rPr lang="ko-KR" altLang="en-US" dirty="0"/>
              <a:t>프로토콜</a:t>
            </a:r>
            <a:r>
              <a:rPr lang="en-US" altLang="ko-KR" dirty="0"/>
              <a:t>)</a:t>
            </a:r>
            <a:r>
              <a:rPr lang="ko-KR" altLang="en-US" dirty="0"/>
              <a:t>을 위한 포트 번호는 </a:t>
            </a:r>
            <a:r>
              <a:rPr lang="en-US" altLang="ko-KR" dirty="0"/>
              <a:t>80</a:t>
            </a:r>
            <a:r>
              <a:rPr lang="ko-KR" altLang="en-US" dirty="0"/>
              <a:t>이지만 </a:t>
            </a:r>
            <a:r>
              <a:rPr lang="ko-KR" altLang="en-US" dirty="0" err="1"/>
              <a:t>톰캣</a:t>
            </a:r>
            <a:r>
              <a:rPr lang="ko-KR" altLang="en-US" dirty="0"/>
              <a:t> 디폴트 설정은 </a:t>
            </a:r>
            <a:r>
              <a:rPr lang="en-US" altLang="ko-KR" dirty="0"/>
              <a:t>8080</a:t>
            </a:r>
          </a:p>
          <a:p>
            <a:pPr lvl="2" fontAlgn="base"/>
            <a:r>
              <a:rPr lang="ko-KR" altLang="en-US" dirty="0"/>
              <a:t>하지만</a:t>
            </a:r>
            <a:r>
              <a:rPr lang="en-US" altLang="ko-KR" dirty="0"/>
              <a:t> </a:t>
            </a:r>
            <a:r>
              <a:rPr lang="ko-KR" altLang="en-US" dirty="0"/>
              <a:t>우리는 </a:t>
            </a:r>
            <a:r>
              <a:rPr lang="en-US" altLang="ko-KR" dirty="0" err="1"/>
              <a:t>SCMate</a:t>
            </a:r>
            <a:r>
              <a:rPr lang="ko-KR" altLang="en-US" dirty="0"/>
              <a:t>와 충돌을 피하기 위해 포트를 </a:t>
            </a:r>
            <a:r>
              <a:rPr lang="en-US" altLang="ko-KR" dirty="0"/>
              <a:t>8090</a:t>
            </a:r>
            <a:r>
              <a:rPr lang="ko-KR" altLang="en-US" dirty="0"/>
              <a:t>으로 바꾸었음</a:t>
            </a:r>
            <a:endParaRPr lang="en-US" altLang="ko-KR" dirty="0"/>
          </a:p>
          <a:p>
            <a:pPr lvl="2" fontAlgn="base"/>
            <a:r>
              <a:rPr lang="ko-KR" altLang="en-US" dirty="0"/>
              <a:t>만약 </a:t>
            </a:r>
            <a:r>
              <a:rPr lang="en-US" altLang="ko-KR" dirty="0"/>
              <a:t>URL</a:t>
            </a:r>
            <a:r>
              <a:rPr lang="ko-KR" altLang="en-US" dirty="0"/>
              <a:t>에 “</a:t>
            </a:r>
            <a:r>
              <a:rPr lang="en-US" altLang="ko-KR" dirty="0"/>
              <a:t>:8090”</a:t>
            </a:r>
            <a:r>
              <a:rPr lang="ko-KR" altLang="en-US" dirty="0"/>
              <a:t>을 따로 적지 않고 싶다면</a:t>
            </a:r>
            <a:r>
              <a:rPr lang="en-US" altLang="ko-KR" dirty="0"/>
              <a:t>, </a:t>
            </a:r>
            <a:r>
              <a:rPr lang="ko-KR" altLang="en-US" dirty="0" err="1"/>
              <a:t>톰캣의</a:t>
            </a:r>
            <a:r>
              <a:rPr lang="ko-KR" altLang="en-US" dirty="0"/>
              <a:t> 설정 파일을 수정하여 </a:t>
            </a:r>
            <a:r>
              <a:rPr lang="en-US" altLang="ko-KR" dirty="0"/>
              <a:t>80 </a:t>
            </a:r>
            <a:r>
              <a:rPr lang="ko-KR" altLang="en-US" dirty="0"/>
              <a:t>포트를 이용하도록 설정을 변경 </a:t>
            </a:r>
            <a:r>
              <a:rPr lang="en-US" altLang="ko-KR" dirty="0">
                <a:sym typeface="Wingdings" panose="05000000000000000000" pitchFamily="2" charset="2"/>
              </a:rPr>
              <a:t> 80</a:t>
            </a:r>
            <a:r>
              <a:rPr lang="ko-KR" altLang="en-US" dirty="0">
                <a:sym typeface="Wingdings" panose="05000000000000000000" pitchFamily="2" charset="2"/>
              </a:rPr>
              <a:t>은 </a:t>
            </a:r>
            <a:r>
              <a:rPr lang="en-US" altLang="ko-KR" dirty="0">
                <a:sym typeface="Wingdings" panose="05000000000000000000" pitchFamily="2" charset="2"/>
              </a:rPr>
              <a:t>HTTP </a:t>
            </a:r>
            <a:r>
              <a:rPr lang="ko-KR" altLang="en-US" dirty="0">
                <a:sym typeface="Wingdings" panose="05000000000000000000" pitchFamily="2" charset="2"/>
              </a:rPr>
              <a:t>디폴트 포트이므로 </a:t>
            </a:r>
            <a:r>
              <a:rPr lang="en-US" altLang="ko-KR" dirty="0">
                <a:sym typeface="Wingdings" panose="05000000000000000000" pitchFamily="2" charset="2"/>
              </a:rPr>
              <a:t>URL</a:t>
            </a:r>
            <a:r>
              <a:rPr lang="ko-KR" altLang="en-US">
                <a:sym typeface="Wingdings" panose="05000000000000000000" pitchFamily="2" charset="2"/>
              </a:rPr>
              <a:t>에 적지 </a:t>
            </a:r>
            <a:r>
              <a:rPr lang="ko-KR" altLang="en-US" dirty="0">
                <a:sym typeface="Wingdings" panose="05000000000000000000" pitchFamily="2" charset="2"/>
              </a:rPr>
              <a:t>않아도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506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 latinLnBrk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웹브라우저의 </a:t>
            </a:r>
            <a:r>
              <a:rPr lang="en-US" altLang="ko-KR" dirty="0"/>
              <a:t>JSP </a:t>
            </a:r>
            <a:r>
              <a:rPr lang="ko-KR" altLang="en-US" dirty="0"/>
              <a:t>페이지 요청이 처리되는 과정을 설명해 보시오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 latinLnBrk="0">
              <a:buNone/>
            </a:pPr>
            <a:r>
              <a:rPr lang="en-US" altLang="ko-KR" dirty="0"/>
              <a:t>2. JDK</a:t>
            </a:r>
            <a:r>
              <a:rPr lang="ko-KR" altLang="en-US" dirty="0"/>
              <a:t>와 </a:t>
            </a:r>
            <a:r>
              <a:rPr lang="ko-KR" altLang="en-US" dirty="0" err="1"/>
              <a:t>톰캣의</a:t>
            </a:r>
            <a:r>
              <a:rPr lang="ko-KR" altLang="en-US" dirty="0"/>
              <a:t> 설치과정을 간단히 설명해 보시오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 latinLnBrk="0">
              <a:buNone/>
            </a:pPr>
            <a:r>
              <a:rPr lang="en-US" altLang="ko-KR" dirty="0"/>
              <a:t>3. </a:t>
            </a:r>
            <a:r>
              <a:rPr lang="ko-KR" altLang="en-US" dirty="0" err="1"/>
              <a:t>톰캣의</a:t>
            </a:r>
            <a:r>
              <a:rPr lang="ko-KR" altLang="en-US" dirty="0"/>
              <a:t> 실행 방법을 설명해 보시오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6045171"/>
      </p:ext>
    </p:extLst>
  </p:cSld>
  <p:clrMapOvr>
    <a:masterClrMapping/>
  </p:clrMapOvr>
</p:sld>
</file>

<file path=ppt/theme/theme1.xml><?xml version="1.0" encoding="utf-8"?>
<a:theme xmlns:a="http://schemas.openxmlformats.org/drawingml/2006/main" name="매크로">
  <a:themeElements>
    <a:clrScheme name="매크로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매크로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매크로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매크로</Template>
  <TotalTime>2218</TotalTime>
  <Words>931</Words>
  <Application>Microsoft Office PowerPoint</Application>
  <PresentationFormat>화면 슬라이드 쇼(4:3)</PresentationFormat>
  <Paragraphs>136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D2Coding</vt:lpstr>
      <vt:lpstr>맑은 고딕</vt:lpstr>
      <vt:lpstr>Arial</vt:lpstr>
      <vt:lpstr>Calibri</vt:lpstr>
      <vt:lpstr>Consolas</vt:lpstr>
      <vt:lpstr>Wingdings</vt:lpstr>
      <vt:lpstr>매크로</vt:lpstr>
      <vt:lpstr>JSP 프로그래밍</vt:lpstr>
      <vt:lpstr>이번 장에서 공부할 것</vt:lpstr>
      <vt:lpstr>1.1 HTML과 JSP</vt:lpstr>
      <vt:lpstr>1.1 HTML과 JSP</vt:lpstr>
      <vt:lpstr>1.1 HTML과 JSP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1.2 JSP 실행 환경 구축</vt:lpstr>
      <vt:lpstr>1.3 실행 환경 테스트</vt:lpstr>
      <vt:lpstr>1.3 실행 환경 테스트</vt:lpstr>
      <vt:lpstr>1.3 실행 환경 테스트</vt:lpstr>
      <vt:lpstr>연습문제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PHP프로그래밍</dc:title>
  <dc:creator>Office</dc:creator>
  <cp:lastModifiedBy>이성욱</cp:lastModifiedBy>
  <cp:revision>263</cp:revision>
  <dcterms:created xsi:type="dcterms:W3CDTF">2012-02-28T06:11:53Z</dcterms:created>
  <dcterms:modified xsi:type="dcterms:W3CDTF">2025-08-11T05:00:33Z</dcterms:modified>
</cp:coreProperties>
</file>